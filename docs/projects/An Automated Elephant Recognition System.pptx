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Lst>
  <p:sldSz cy="7620000" cx="10160000"/>
  <p:notesSz cx="7620000" cy="10160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62000" y="4826000"/>
            <a:ext cx="6096000" cy="45720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i0: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21" name="Google Shape;21;i0: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marR="0" rtl="0" algn="l">
              <a:lnSpc>
                <a:spcPct val="112500"/>
              </a:lnSpc>
              <a:spcBef>
                <a:spcPts val="0"/>
              </a:spcBef>
              <a:spcAft>
                <a:spcPts val="333"/>
              </a:spcAft>
              <a:buNone/>
            </a:pPr>
            <a:r>
              <a:rPr lang="en-US" sz="1467">
                <a:solidFill>
                  <a:srgbClr val="000000"/>
                </a:solidFill>
                <a:latin typeface="Arial"/>
                <a:ea typeface="Arial"/>
                <a:cs typeface="Arial"/>
                <a:sym typeface="Arial"/>
              </a:rPr>
              <a:t>Beta version</a:t>
            </a:r>
            <a:endParaRPr sz="1467">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i5: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28" name="Google Shape;28;i5: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marR="0" rtl="0" algn="l">
              <a:lnSpc>
                <a:spcPct val="112500"/>
              </a:lnSpc>
              <a:spcBef>
                <a:spcPts val="0"/>
              </a:spcBef>
              <a:spcAft>
                <a:spcPts val="0"/>
              </a:spcAft>
              <a:buNone/>
            </a:pPr>
            <a:r>
              <a:rPr lang="en-US" sz="1467">
                <a:solidFill>
                  <a:srgbClr val="000000"/>
                </a:solidFill>
                <a:latin typeface="Arial"/>
                <a:ea typeface="Arial"/>
                <a:cs typeface="Arial"/>
                <a:sym typeface="Arial"/>
              </a:rPr>
              <a:t>*For the conservation and management of elephants, having an efficient mechanism of habitat monitoring and distribution calculation is important.</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*Most of such existing mechanisms are expensive while some are invasive methods, which adversely affect the natural life style of elephants. Our approach is to come up with a non-invasive state-of-the-art computer vision based mechanism to identify and track individual elephants.</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 People all around the world can actively participate via a web portal. </a:t>
            </a:r>
            <a:br>
              <a:rPr lang="en-US" sz="1467">
                <a:solidFill>
                  <a:srgbClr val="000000"/>
                </a:solidFill>
                <a:latin typeface="Arial"/>
                <a:ea typeface="Arial"/>
                <a:cs typeface="Arial"/>
                <a:sym typeface="Arial"/>
              </a:rPr>
            </a:b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(Google for people)</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333"/>
              </a:spcAft>
              <a:buNone/>
            </a:pPr>
            <a:r>
              <a:t/>
            </a:r>
            <a:endParaRPr sz="1467">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i10: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34" name="Google Shape;34;i10: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marR="0" rtl="0" algn="l">
              <a:lnSpc>
                <a:spcPct val="112500"/>
              </a:lnSpc>
              <a:spcBef>
                <a:spcPts val="0"/>
              </a:spcBef>
              <a:spcAft>
                <a:spcPts val="0"/>
              </a:spcAft>
              <a:buNone/>
            </a:pPr>
            <a:r>
              <a:rPr lang="en-US" sz="1467">
                <a:solidFill>
                  <a:srgbClr val="000000"/>
                </a:solidFill>
                <a:latin typeface="Arial"/>
                <a:ea typeface="Arial"/>
                <a:cs typeface="Arial"/>
                <a:sym typeface="Arial"/>
              </a:rPr>
              <a:t>User upload elephant image via elePortal (along with data)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The identification is done by eleID</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The results will be given back to the user via elePortal</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333"/>
              </a:spcAft>
              <a:buNone/>
            </a:pPr>
            <a:r>
              <a:t/>
            </a:r>
            <a:endParaRPr sz="1467">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i23: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48" name="Google Shape;48;i23: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i46: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72" name="Google Shape;72;i46: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marR="0" rtl="0" algn="l">
              <a:lnSpc>
                <a:spcPct val="112500"/>
              </a:lnSpc>
              <a:spcBef>
                <a:spcPts val="0"/>
              </a:spcBef>
              <a:spcAft>
                <a:spcPts val="0"/>
              </a:spcAft>
              <a:buNone/>
            </a:pPr>
            <a:r>
              <a:rPr lang="en-US" sz="1467">
                <a:solidFill>
                  <a:srgbClr val="000000"/>
                </a:solidFill>
                <a:latin typeface="Arial"/>
                <a:ea typeface="Arial"/>
                <a:cs typeface="Arial"/>
                <a:sym typeface="Arial"/>
              </a:rPr>
              <a:t>*Interface for the user all around the world to upload images and data - According to user category</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*Easy access to individual elephant information such as home range information - Researches and registered users can access and get information on individual elephants such as their home range information, unique features, observed dates and locations etc...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*Promote Citizen Science - Allow a large community work together for elephant management and conservation</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333"/>
              </a:spcAft>
              <a:buNone/>
            </a:pPr>
            <a:r>
              <a:t/>
            </a:r>
            <a:endParaRPr sz="1467">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i56: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83" name="Google Shape;83;i56: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marR="0" rtl="0" algn="l">
              <a:lnSpc>
                <a:spcPct val="112500"/>
              </a:lnSpc>
              <a:spcBef>
                <a:spcPts val="0"/>
              </a:spcBef>
              <a:spcAft>
                <a:spcPts val="0"/>
              </a:spcAft>
              <a:buNone/>
            </a:pPr>
            <a:r>
              <a:rPr lang="en-US" sz="1467">
                <a:solidFill>
                  <a:srgbClr val="000000"/>
                </a:solidFill>
                <a:latin typeface="Arial"/>
                <a:ea typeface="Arial"/>
                <a:cs typeface="Arial"/>
                <a:sym typeface="Arial"/>
              </a:rPr>
              <a:t>(To Chandeep: the first sentence is an abstract, the description follows after that)</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PCA : used to transform a number of possibly correlated variables into a smaller number of uncorrelated variables called principal components.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That is like finding the fundamental elephant face images (which will look like Ghost images of elephants) which are principle components called as eigenfaces.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Once the eigenfaces are known all other face images can be described using a unique combination of proportions from each “Ghostly face”. That proportions or more precisely the weights are unique for a particular face so that it could use for identification of faces too.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333"/>
              </a:spcAft>
              <a:buNone/>
            </a:pPr>
            <a:r>
              <a:rPr lang="en-US" sz="1467">
                <a:solidFill>
                  <a:srgbClr val="000000"/>
                </a:solidFill>
                <a:latin typeface="Arial"/>
                <a:ea typeface="Arial"/>
                <a:cs typeface="Arial"/>
                <a:sym typeface="Arial"/>
              </a:rPr>
              <a:t>(But we will go beyond this)</a:t>
            </a:r>
            <a:endParaRPr sz="1467">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i62: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90" name="Google Shape;90;i62: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marR="0" rtl="0" algn="l">
              <a:lnSpc>
                <a:spcPct val="112500"/>
              </a:lnSpc>
              <a:spcBef>
                <a:spcPts val="0"/>
              </a:spcBef>
              <a:spcAft>
                <a:spcPts val="0"/>
              </a:spcAft>
              <a:buNone/>
            </a:pPr>
            <a:r>
              <a:rPr lang="en-US" sz="1467">
                <a:solidFill>
                  <a:srgbClr val="000000"/>
                </a:solidFill>
                <a:latin typeface="Arial"/>
                <a:ea typeface="Arial"/>
                <a:cs typeface="Arial"/>
                <a:sym typeface="Arial"/>
              </a:rPr>
              <a:t>*Prior to the identification already identified elephant images should be given to the system – for training</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220133" lvl="0" marL="381000" marR="0" rtl="0" algn="l">
              <a:lnSpc>
                <a:spcPct val="112500"/>
              </a:lnSpc>
              <a:spcBef>
                <a:spcPts val="333"/>
              </a:spcBef>
              <a:spcAft>
                <a:spcPts val="0"/>
              </a:spcAft>
              <a:buClr>
                <a:srgbClr val="000000"/>
              </a:buClr>
              <a:buSzPts val="2667"/>
              <a:buChar char="●"/>
            </a:pPr>
            <a:r>
              <a:rPr lang="en-US" sz="1467">
                <a:solidFill>
                  <a:srgbClr val="000000"/>
                </a:solidFill>
                <a:latin typeface="Arial"/>
                <a:ea typeface="Arial"/>
                <a:cs typeface="Arial"/>
                <a:sym typeface="Arial"/>
              </a:rPr>
              <a:t>Other information are;</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Last observed location and time</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Tail features.</a:t>
            </a:r>
            <a:endParaRPr sz="1467">
              <a:solidFill>
                <a:srgbClr val="000000"/>
              </a:solidFill>
              <a:latin typeface="Arial"/>
              <a:ea typeface="Arial"/>
              <a:cs typeface="Arial"/>
              <a:sym typeface="Arial"/>
            </a:endParaRPr>
          </a:p>
          <a:p>
            <a:pPr indent="-50800" lvl="0" marL="381000" marR="0" rtl="0" algn="l">
              <a:lnSpc>
                <a:spcPct val="112500"/>
              </a:lnSpc>
              <a:spcBef>
                <a:spcPts val="333"/>
              </a:spcBef>
              <a:spcAft>
                <a:spcPts val="0"/>
              </a:spcAft>
              <a:buClr>
                <a:srgbClr val="000000"/>
              </a:buClr>
              <a:buSzPts val="2667"/>
              <a:buNone/>
            </a:pPr>
            <a:r>
              <a:rPr lang="en-US" sz="1467">
                <a:solidFill>
                  <a:srgbClr val="000000"/>
                </a:solidFill>
                <a:latin typeface="Arial"/>
                <a:ea typeface="Arial"/>
                <a:cs typeface="Arial"/>
                <a:sym typeface="Arial"/>
              </a:rPr>
              <a:t>Length of the tail </a:t>
            </a:r>
            <a:endParaRPr sz="1467">
              <a:solidFill>
                <a:srgbClr val="000000"/>
              </a:solidFill>
              <a:latin typeface="Arial"/>
              <a:ea typeface="Arial"/>
              <a:cs typeface="Arial"/>
              <a:sym typeface="Arial"/>
            </a:endParaRPr>
          </a:p>
          <a:p>
            <a:pPr indent="-50800" lvl="0" marL="381000" marR="0" rtl="0" algn="l">
              <a:lnSpc>
                <a:spcPct val="112500"/>
              </a:lnSpc>
              <a:spcBef>
                <a:spcPts val="0"/>
              </a:spcBef>
              <a:spcAft>
                <a:spcPts val="0"/>
              </a:spcAft>
              <a:buClr>
                <a:srgbClr val="000000"/>
              </a:buClr>
              <a:buSzPts val="2667"/>
              <a:buNone/>
            </a:pPr>
            <a:r>
              <a:rPr lang="en-US" sz="1467">
                <a:solidFill>
                  <a:srgbClr val="000000"/>
                </a:solidFill>
                <a:latin typeface="Arial"/>
                <a:ea typeface="Arial"/>
                <a:cs typeface="Arial"/>
                <a:sym typeface="Arial"/>
              </a:rPr>
              <a:t>Nature of the tail tuft</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Ears.</a:t>
            </a:r>
            <a:endParaRPr sz="1467">
              <a:solidFill>
                <a:srgbClr val="000000"/>
              </a:solidFill>
              <a:latin typeface="Arial"/>
              <a:ea typeface="Arial"/>
              <a:cs typeface="Arial"/>
              <a:sym typeface="Arial"/>
            </a:endParaRPr>
          </a:p>
          <a:p>
            <a:pPr indent="-50800" lvl="0" marL="381000" marR="0" rtl="0" algn="l">
              <a:lnSpc>
                <a:spcPct val="112500"/>
              </a:lnSpc>
              <a:spcBef>
                <a:spcPts val="333"/>
              </a:spcBef>
              <a:spcAft>
                <a:spcPts val="0"/>
              </a:spcAft>
              <a:buClr>
                <a:srgbClr val="000000"/>
              </a:buClr>
              <a:buSzPts val="2667"/>
              <a:buNone/>
            </a:pPr>
            <a:r>
              <a:rPr lang="en-US" sz="1467">
                <a:solidFill>
                  <a:srgbClr val="000000"/>
                </a:solidFill>
                <a:latin typeface="Arial"/>
                <a:ea typeface="Arial"/>
                <a:cs typeface="Arial"/>
                <a:sym typeface="Arial"/>
              </a:rPr>
              <a:t>Primary and secondary folds.</a:t>
            </a:r>
            <a:endParaRPr sz="1467">
              <a:solidFill>
                <a:srgbClr val="000000"/>
              </a:solidFill>
              <a:latin typeface="Arial"/>
              <a:ea typeface="Arial"/>
              <a:cs typeface="Arial"/>
              <a:sym typeface="Arial"/>
            </a:endParaRPr>
          </a:p>
          <a:p>
            <a:pPr indent="-50800" lvl="0" marL="381000" marR="0" rtl="0" algn="l">
              <a:lnSpc>
                <a:spcPct val="112500"/>
              </a:lnSpc>
              <a:spcBef>
                <a:spcPts val="0"/>
              </a:spcBef>
              <a:spcAft>
                <a:spcPts val="0"/>
              </a:spcAft>
              <a:buClr>
                <a:srgbClr val="000000"/>
              </a:buClr>
              <a:buSzPts val="2667"/>
              <a:buNone/>
            </a:pPr>
            <a:r>
              <a:rPr lang="en-US" sz="1467">
                <a:solidFill>
                  <a:srgbClr val="000000"/>
                </a:solidFill>
                <a:latin typeface="Arial"/>
                <a:ea typeface="Arial"/>
                <a:cs typeface="Arial"/>
                <a:sym typeface="Arial"/>
              </a:rPr>
              <a:t>Ear bottom appearance using contour of an elephant ear. </a:t>
            </a:r>
            <a:endParaRPr sz="1467">
              <a:solidFill>
                <a:srgbClr val="000000"/>
              </a:solidFill>
              <a:latin typeface="Arial"/>
              <a:ea typeface="Arial"/>
              <a:cs typeface="Arial"/>
              <a:sym typeface="Arial"/>
            </a:endParaRPr>
          </a:p>
          <a:p>
            <a:pPr indent="-50800" lvl="0" marL="381000" marR="0" rtl="0" algn="l">
              <a:lnSpc>
                <a:spcPct val="112500"/>
              </a:lnSpc>
              <a:spcBef>
                <a:spcPts val="0"/>
              </a:spcBef>
              <a:spcAft>
                <a:spcPts val="0"/>
              </a:spcAft>
              <a:buClr>
                <a:srgbClr val="000000"/>
              </a:buClr>
              <a:buSzPts val="2667"/>
              <a:buNone/>
            </a:pPr>
            <a:r>
              <a:rPr lang="en-US" sz="1467">
                <a:solidFill>
                  <a:srgbClr val="000000"/>
                </a:solidFill>
                <a:latin typeface="Arial"/>
                <a:ea typeface="Arial"/>
                <a:cs typeface="Arial"/>
                <a:sym typeface="Arial"/>
              </a:rPr>
              <a:t>Rips, holes and notches.</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Facial features. </a:t>
            </a:r>
            <a:endParaRPr sz="1467">
              <a:solidFill>
                <a:srgbClr val="000000"/>
              </a:solidFill>
              <a:latin typeface="Arial"/>
              <a:ea typeface="Arial"/>
              <a:cs typeface="Arial"/>
              <a:sym typeface="Arial"/>
            </a:endParaRPr>
          </a:p>
          <a:p>
            <a:pPr indent="-50800" lvl="0" marL="381000" marR="0" rtl="0" algn="l">
              <a:lnSpc>
                <a:spcPct val="112500"/>
              </a:lnSpc>
              <a:spcBef>
                <a:spcPts val="333"/>
              </a:spcBef>
              <a:spcAft>
                <a:spcPts val="0"/>
              </a:spcAft>
              <a:buClr>
                <a:srgbClr val="000000"/>
              </a:buClr>
              <a:buSzPts val="2667"/>
              <a:buNone/>
            </a:pPr>
            <a:r>
              <a:t/>
            </a:r>
            <a:endParaRPr sz="1467">
              <a:solidFill>
                <a:srgbClr val="000000"/>
              </a:solidFill>
              <a:latin typeface="Arial"/>
              <a:ea typeface="Arial"/>
              <a:cs typeface="Arial"/>
              <a:sym typeface="Arial"/>
            </a:endParaRPr>
          </a:p>
          <a:p>
            <a:pPr indent="-50800" lvl="0" marL="381000" marR="0" rtl="0" algn="l">
              <a:lnSpc>
                <a:spcPct val="112500"/>
              </a:lnSpc>
              <a:spcBef>
                <a:spcPts val="0"/>
              </a:spcBef>
              <a:spcAft>
                <a:spcPts val="0"/>
              </a:spcAft>
              <a:buClr>
                <a:srgbClr val="000000"/>
              </a:buClr>
              <a:buSzPts val="2667"/>
              <a:buNone/>
            </a:pPr>
            <a:r>
              <a:t/>
            </a:r>
            <a:endParaRPr sz="1467">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i76: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i76: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i88: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i88: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marR="0" rtl="0" algn="l">
              <a:lnSpc>
                <a:spcPct val="112500"/>
              </a:lnSpc>
              <a:spcBef>
                <a:spcPts val="0"/>
              </a:spcBef>
              <a:spcAft>
                <a:spcPts val="0"/>
              </a:spcAft>
              <a:buNone/>
            </a:pPr>
            <a:r>
              <a:rPr lang="en-US" sz="1467">
                <a:solidFill>
                  <a:srgbClr val="000000"/>
                </a:solidFill>
                <a:latin typeface="Arial"/>
                <a:ea typeface="Arial"/>
                <a:cs typeface="Arial"/>
                <a:sym typeface="Arial"/>
              </a:rPr>
              <a:t>We project the new image into the facespace</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333"/>
              </a:spcAft>
              <a:buNone/>
            </a:pPr>
            <a:r>
              <a:rPr lang="en-US" sz="1467">
                <a:solidFill>
                  <a:srgbClr val="000000"/>
                </a:solidFill>
                <a:latin typeface="Arial"/>
                <a:ea typeface="Arial"/>
                <a:cs typeface="Arial"/>
                <a:sym typeface="Arial"/>
              </a:rPr>
              <a:t>In this example, considering the distance between projected image and ID_3, we can say the relationship between the elephant in the newly given image and ID_3 is very high implying those could be the same elephant.</a:t>
            </a:r>
            <a:endParaRPr sz="1467">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i114: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i114: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marR="0" rtl="0" algn="l">
              <a:lnSpc>
                <a:spcPct val="112500"/>
              </a:lnSpc>
              <a:spcBef>
                <a:spcPts val="0"/>
              </a:spcBef>
              <a:spcAft>
                <a:spcPts val="0"/>
              </a:spcAft>
              <a:buNone/>
            </a:pPr>
            <a:r>
              <a:rPr lang="en-US" sz="1467">
                <a:solidFill>
                  <a:srgbClr val="000000"/>
                </a:solidFill>
                <a:latin typeface="Arial"/>
                <a:ea typeface="Arial"/>
                <a:cs typeface="Arial"/>
                <a:sym typeface="Arial"/>
              </a:rPr>
              <a:t>*Best match for the input image will be given.</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 Which is selected from the already identified images </a:t>
            </a:r>
            <a:br>
              <a:rPr lang="en-US" sz="1467">
                <a:solidFill>
                  <a:srgbClr val="000000"/>
                </a:solidFill>
                <a:latin typeface="Arial"/>
                <a:ea typeface="Arial"/>
                <a:cs typeface="Arial"/>
                <a:sym typeface="Arial"/>
              </a:rPr>
            </a:br>
            <a:br>
              <a:rPr lang="en-US" sz="1467">
                <a:solidFill>
                  <a:srgbClr val="000000"/>
                </a:solidFill>
                <a:latin typeface="Arial"/>
                <a:ea typeface="Arial"/>
                <a:cs typeface="Arial"/>
                <a:sym typeface="Arial"/>
              </a:rPr>
            </a:br>
            <a:br>
              <a:rPr lang="en-US" sz="1467">
                <a:solidFill>
                  <a:srgbClr val="000000"/>
                </a:solidFill>
                <a:latin typeface="Arial"/>
                <a:ea typeface="Arial"/>
                <a:cs typeface="Arial"/>
                <a:sym typeface="Arial"/>
              </a:rPr>
            </a:br>
            <a:endParaRPr sz="1467">
              <a:solidFill>
                <a:srgbClr val="000000"/>
              </a:solidFill>
              <a:latin typeface="Arial"/>
              <a:ea typeface="Arial"/>
              <a:cs typeface="Arial"/>
              <a:sym typeface="Arial"/>
            </a:endParaRPr>
          </a:p>
          <a:p>
            <a:pPr indent="0" lvl="0" marL="0" marR="0" rtl="0" algn="l">
              <a:lnSpc>
                <a:spcPct val="112500"/>
              </a:lnSpc>
              <a:spcBef>
                <a:spcPts val="333"/>
              </a:spcBef>
              <a:spcAft>
                <a:spcPts val="333"/>
              </a:spcAft>
              <a:buNone/>
            </a:pPr>
            <a:r>
              <a:rPr lang="en-US" sz="1467">
                <a:solidFill>
                  <a:srgbClr val="000000"/>
                </a:solidFill>
                <a:latin typeface="Arial"/>
                <a:ea typeface="Arial"/>
                <a:cs typeface="Arial"/>
                <a:sym typeface="Arial"/>
              </a:rPr>
              <a:t>Others matches are used to verify the result</a:t>
            </a:r>
            <a:endParaRPr sz="1467">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i130: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i130: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marR="0" rtl="0" algn="l">
              <a:lnSpc>
                <a:spcPct val="112500"/>
              </a:lnSpc>
              <a:spcBef>
                <a:spcPts val="0"/>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b="1" i="1" lang="en-US" sz="1467">
                <a:solidFill>
                  <a:srgbClr val="000000"/>
                </a:solidFill>
                <a:latin typeface="Arial"/>
                <a:ea typeface="Arial"/>
                <a:cs typeface="Arial"/>
                <a:sym typeface="Arial"/>
              </a:rPr>
              <a:t>(second point) </a:t>
            </a:r>
            <a:r>
              <a:rPr lang="en-US" sz="1467">
                <a:solidFill>
                  <a:srgbClr val="000000"/>
                </a:solidFill>
                <a:latin typeface="Arial"/>
                <a:ea typeface="Arial"/>
                <a:cs typeface="Arial"/>
                <a:sym typeface="Arial"/>
              </a:rPr>
              <a:t>– Other information would be;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Tail features.</a:t>
            </a:r>
            <a:endParaRPr sz="1467">
              <a:solidFill>
                <a:srgbClr val="000000"/>
              </a:solidFill>
              <a:latin typeface="Arial"/>
              <a:ea typeface="Arial"/>
              <a:cs typeface="Arial"/>
              <a:sym typeface="Arial"/>
            </a:endParaRPr>
          </a:p>
          <a:p>
            <a:pPr indent="-50800" lvl="0" marL="381000" marR="0" rtl="0" algn="l">
              <a:lnSpc>
                <a:spcPct val="112500"/>
              </a:lnSpc>
              <a:spcBef>
                <a:spcPts val="333"/>
              </a:spcBef>
              <a:spcAft>
                <a:spcPts val="0"/>
              </a:spcAft>
              <a:buClr>
                <a:srgbClr val="000000"/>
              </a:buClr>
              <a:buSzPts val="2667"/>
              <a:buNone/>
            </a:pPr>
            <a:r>
              <a:rPr lang="en-US" sz="1467">
                <a:solidFill>
                  <a:srgbClr val="000000"/>
                </a:solidFill>
                <a:latin typeface="Arial"/>
                <a:ea typeface="Arial"/>
                <a:cs typeface="Arial"/>
                <a:sym typeface="Arial"/>
              </a:rPr>
              <a:t>Length of the tail </a:t>
            </a:r>
            <a:endParaRPr sz="1467">
              <a:solidFill>
                <a:srgbClr val="000000"/>
              </a:solidFill>
              <a:latin typeface="Arial"/>
              <a:ea typeface="Arial"/>
              <a:cs typeface="Arial"/>
              <a:sym typeface="Arial"/>
            </a:endParaRPr>
          </a:p>
          <a:p>
            <a:pPr indent="-50800" lvl="0" marL="381000" marR="0" rtl="0" algn="l">
              <a:lnSpc>
                <a:spcPct val="112500"/>
              </a:lnSpc>
              <a:spcBef>
                <a:spcPts val="0"/>
              </a:spcBef>
              <a:spcAft>
                <a:spcPts val="0"/>
              </a:spcAft>
              <a:buClr>
                <a:srgbClr val="000000"/>
              </a:buClr>
              <a:buSzPts val="2667"/>
              <a:buNone/>
            </a:pPr>
            <a:r>
              <a:rPr lang="en-US" sz="1467">
                <a:solidFill>
                  <a:srgbClr val="000000"/>
                </a:solidFill>
                <a:latin typeface="Arial"/>
                <a:ea typeface="Arial"/>
                <a:cs typeface="Arial"/>
                <a:sym typeface="Arial"/>
              </a:rPr>
              <a:t>Nature of the tail tuft</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Ears.</a:t>
            </a:r>
            <a:endParaRPr sz="1467">
              <a:solidFill>
                <a:srgbClr val="000000"/>
              </a:solidFill>
              <a:latin typeface="Arial"/>
              <a:ea typeface="Arial"/>
              <a:cs typeface="Arial"/>
              <a:sym typeface="Arial"/>
            </a:endParaRPr>
          </a:p>
          <a:p>
            <a:pPr indent="-50800" lvl="0" marL="381000" marR="0" rtl="0" algn="l">
              <a:lnSpc>
                <a:spcPct val="112500"/>
              </a:lnSpc>
              <a:spcBef>
                <a:spcPts val="333"/>
              </a:spcBef>
              <a:spcAft>
                <a:spcPts val="0"/>
              </a:spcAft>
              <a:buClr>
                <a:srgbClr val="000000"/>
              </a:buClr>
              <a:buSzPts val="2667"/>
              <a:buNone/>
            </a:pPr>
            <a:r>
              <a:rPr lang="en-US" sz="1467">
                <a:solidFill>
                  <a:srgbClr val="000000"/>
                </a:solidFill>
                <a:latin typeface="Arial"/>
                <a:ea typeface="Arial"/>
                <a:cs typeface="Arial"/>
                <a:sym typeface="Arial"/>
              </a:rPr>
              <a:t>Primary and secondary folds.</a:t>
            </a:r>
            <a:endParaRPr sz="1467">
              <a:solidFill>
                <a:srgbClr val="000000"/>
              </a:solidFill>
              <a:latin typeface="Arial"/>
              <a:ea typeface="Arial"/>
              <a:cs typeface="Arial"/>
              <a:sym typeface="Arial"/>
            </a:endParaRPr>
          </a:p>
          <a:p>
            <a:pPr indent="-50800" lvl="0" marL="381000" marR="0" rtl="0" algn="l">
              <a:lnSpc>
                <a:spcPct val="112500"/>
              </a:lnSpc>
              <a:spcBef>
                <a:spcPts val="0"/>
              </a:spcBef>
              <a:spcAft>
                <a:spcPts val="0"/>
              </a:spcAft>
              <a:buClr>
                <a:srgbClr val="000000"/>
              </a:buClr>
              <a:buSzPts val="2667"/>
              <a:buNone/>
            </a:pPr>
            <a:r>
              <a:rPr lang="en-US" sz="1467">
                <a:solidFill>
                  <a:srgbClr val="000000"/>
                </a:solidFill>
                <a:latin typeface="Arial"/>
                <a:ea typeface="Arial"/>
                <a:cs typeface="Arial"/>
                <a:sym typeface="Arial"/>
              </a:rPr>
              <a:t>Ear bottom appearance using contour of an elephant ear. </a:t>
            </a:r>
            <a:endParaRPr sz="1467">
              <a:solidFill>
                <a:srgbClr val="000000"/>
              </a:solidFill>
              <a:latin typeface="Arial"/>
              <a:ea typeface="Arial"/>
              <a:cs typeface="Arial"/>
              <a:sym typeface="Arial"/>
            </a:endParaRPr>
          </a:p>
          <a:p>
            <a:pPr indent="-50800" lvl="0" marL="381000" marR="0" rtl="0" algn="l">
              <a:lnSpc>
                <a:spcPct val="112500"/>
              </a:lnSpc>
              <a:spcBef>
                <a:spcPts val="0"/>
              </a:spcBef>
              <a:spcAft>
                <a:spcPts val="0"/>
              </a:spcAft>
              <a:buClr>
                <a:srgbClr val="000000"/>
              </a:buClr>
              <a:buSzPts val="2667"/>
              <a:buNone/>
            </a:pPr>
            <a:r>
              <a:rPr lang="en-US" sz="1467">
                <a:solidFill>
                  <a:srgbClr val="000000"/>
                </a:solidFill>
                <a:latin typeface="Arial"/>
                <a:ea typeface="Arial"/>
                <a:cs typeface="Arial"/>
                <a:sym typeface="Arial"/>
              </a:rPr>
              <a:t>Rips, holes and notches.</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Facial features</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b="1" i="1" lang="en-US" sz="1467">
                <a:solidFill>
                  <a:srgbClr val="000000"/>
                </a:solidFill>
                <a:latin typeface="Arial"/>
                <a:ea typeface="Arial"/>
                <a:cs typeface="Arial"/>
                <a:sym typeface="Arial"/>
              </a:rPr>
              <a:t>(third point) </a:t>
            </a:r>
            <a:r>
              <a:rPr lang="en-US" sz="1467">
                <a:solidFill>
                  <a:srgbClr val="000000"/>
                </a:solidFill>
                <a:latin typeface="Arial"/>
                <a:ea typeface="Arial"/>
                <a:cs typeface="Arial"/>
                <a:sym typeface="Arial"/>
              </a:rPr>
              <a:t>Illumination – Intra-class difference will be much higher than the inter-class difference under varying illumination conditions, i.e. two images of same the same elephant under varying illumination may look more different than two images of different elephants under uniform illumination (For this to handle we can user the idea of fisherfaces but as I mentioned then we need more than one image per elephant under different illumination conditions)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333"/>
              </a:spcAft>
              <a:buNone/>
            </a:pPr>
            <a:r>
              <a:rPr lang="en-US" sz="1467">
                <a:solidFill>
                  <a:srgbClr val="000000"/>
                </a:solidFill>
                <a:latin typeface="Arial"/>
                <a:ea typeface="Arial"/>
                <a:cs typeface="Arial"/>
                <a:sym typeface="Arial"/>
              </a:rPr>
              <a:t>This can be handle up to some extent if we are focusing more on shapes. </a:t>
            </a:r>
            <a:endParaRPr sz="1467">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i136: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i136: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marR="0" rtl="0" algn="l">
              <a:lnSpc>
                <a:spcPct val="112500"/>
              </a:lnSpc>
              <a:spcBef>
                <a:spcPts val="0"/>
              </a:spcBef>
              <a:spcAft>
                <a:spcPts val="0"/>
              </a:spcAft>
              <a:buNone/>
            </a:pPr>
            <a:r>
              <a:rPr lang="en-US" sz="1467">
                <a:solidFill>
                  <a:srgbClr val="000000"/>
                </a:solidFill>
                <a:latin typeface="Arial"/>
                <a:ea typeface="Arial"/>
                <a:cs typeface="Arial"/>
                <a:sym typeface="Arial"/>
              </a:rPr>
              <a:t>AAM – Uses both texture and shape for the identification process.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br>
              <a:rPr lang="en-US" sz="1467">
                <a:solidFill>
                  <a:srgbClr val="000000"/>
                </a:solidFill>
                <a:latin typeface="Arial"/>
                <a:ea typeface="Arial"/>
                <a:cs typeface="Arial"/>
                <a:sym typeface="Arial"/>
              </a:rPr>
            </a:br>
            <a:r>
              <a:rPr lang="en-US" sz="1467">
                <a:solidFill>
                  <a:srgbClr val="000000"/>
                </a:solidFill>
                <a:latin typeface="Arial"/>
                <a:ea typeface="Arial"/>
                <a:cs typeface="Arial"/>
                <a:sym typeface="Arial"/>
              </a:rPr>
              <a:t>Initially in eigenfaces it only considers the textural information.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ASM (Active Shape Models) – this only considers the shapes.</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AAM (Active Appearance Models) considers both shape and texture.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333"/>
              </a:spcAft>
              <a:buNone/>
            </a:pPr>
            <a:r>
              <a:rPr lang="en-US" sz="1467">
                <a:solidFill>
                  <a:srgbClr val="000000"/>
                </a:solidFill>
                <a:latin typeface="Arial"/>
                <a:ea typeface="Arial"/>
                <a:cs typeface="Arial"/>
                <a:sym typeface="Arial"/>
              </a:rPr>
              <a:t>* Here we have to give the position of shapes in the images along with the user interaction. </a:t>
            </a:r>
            <a:endParaRPr sz="1467">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i142: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i142: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marR="0" rtl="0" algn="l">
              <a:lnSpc>
                <a:spcPct val="112500"/>
              </a:lnSpc>
              <a:spcBef>
                <a:spcPts val="0"/>
              </a:spcBef>
              <a:spcAft>
                <a:spcPts val="0"/>
              </a:spcAft>
              <a:buNone/>
            </a:pPr>
            <a:r>
              <a:rPr lang="en-US" sz="1467">
                <a:solidFill>
                  <a:srgbClr val="000000"/>
                </a:solidFill>
                <a:latin typeface="Arial"/>
                <a:ea typeface="Arial"/>
                <a:cs typeface="Arial"/>
                <a:sym typeface="Arial"/>
              </a:rPr>
              <a:t>Here the additional information like;</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Tail features.</a:t>
            </a:r>
            <a:endParaRPr sz="1467">
              <a:solidFill>
                <a:srgbClr val="000000"/>
              </a:solidFill>
              <a:latin typeface="Arial"/>
              <a:ea typeface="Arial"/>
              <a:cs typeface="Arial"/>
              <a:sym typeface="Arial"/>
            </a:endParaRPr>
          </a:p>
          <a:p>
            <a:pPr indent="-50800" lvl="0" marL="381000" marR="0" rtl="0" algn="l">
              <a:lnSpc>
                <a:spcPct val="112500"/>
              </a:lnSpc>
              <a:spcBef>
                <a:spcPts val="333"/>
              </a:spcBef>
              <a:spcAft>
                <a:spcPts val="0"/>
              </a:spcAft>
              <a:buClr>
                <a:srgbClr val="000000"/>
              </a:buClr>
              <a:buSzPts val="2667"/>
              <a:buNone/>
            </a:pPr>
            <a:r>
              <a:rPr lang="en-US" sz="1467">
                <a:solidFill>
                  <a:srgbClr val="000000"/>
                </a:solidFill>
                <a:latin typeface="Arial"/>
                <a:ea typeface="Arial"/>
                <a:cs typeface="Arial"/>
                <a:sym typeface="Arial"/>
              </a:rPr>
              <a:t>Length of the tail </a:t>
            </a:r>
            <a:endParaRPr sz="1467">
              <a:solidFill>
                <a:srgbClr val="000000"/>
              </a:solidFill>
              <a:latin typeface="Arial"/>
              <a:ea typeface="Arial"/>
              <a:cs typeface="Arial"/>
              <a:sym typeface="Arial"/>
            </a:endParaRPr>
          </a:p>
          <a:p>
            <a:pPr indent="-50800" lvl="0" marL="381000" marR="0" rtl="0" algn="l">
              <a:lnSpc>
                <a:spcPct val="112500"/>
              </a:lnSpc>
              <a:spcBef>
                <a:spcPts val="0"/>
              </a:spcBef>
              <a:spcAft>
                <a:spcPts val="0"/>
              </a:spcAft>
              <a:buClr>
                <a:srgbClr val="000000"/>
              </a:buClr>
              <a:buSzPts val="2667"/>
              <a:buNone/>
            </a:pPr>
            <a:r>
              <a:rPr lang="en-US" sz="1467">
                <a:solidFill>
                  <a:srgbClr val="000000"/>
                </a:solidFill>
                <a:latin typeface="Arial"/>
                <a:ea typeface="Arial"/>
                <a:cs typeface="Arial"/>
                <a:sym typeface="Arial"/>
              </a:rPr>
              <a:t>Nature of the tail tuft</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Ears.</a:t>
            </a:r>
            <a:endParaRPr sz="1467">
              <a:solidFill>
                <a:srgbClr val="000000"/>
              </a:solidFill>
              <a:latin typeface="Arial"/>
              <a:ea typeface="Arial"/>
              <a:cs typeface="Arial"/>
              <a:sym typeface="Arial"/>
            </a:endParaRPr>
          </a:p>
          <a:p>
            <a:pPr indent="-50800" lvl="0" marL="381000" marR="0" rtl="0" algn="l">
              <a:lnSpc>
                <a:spcPct val="112500"/>
              </a:lnSpc>
              <a:spcBef>
                <a:spcPts val="333"/>
              </a:spcBef>
              <a:spcAft>
                <a:spcPts val="0"/>
              </a:spcAft>
              <a:buClr>
                <a:srgbClr val="000000"/>
              </a:buClr>
              <a:buSzPts val="2667"/>
              <a:buNone/>
            </a:pPr>
            <a:r>
              <a:rPr lang="en-US" sz="1467">
                <a:solidFill>
                  <a:srgbClr val="000000"/>
                </a:solidFill>
                <a:latin typeface="Arial"/>
                <a:ea typeface="Arial"/>
                <a:cs typeface="Arial"/>
                <a:sym typeface="Arial"/>
              </a:rPr>
              <a:t>Primary and secondary folds.</a:t>
            </a:r>
            <a:endParaRPr sz="1467">
              <a:solidFill>
                <a:srgbClr val="000000"/>
              </a:solidFill>
              <a:latin typeface="Arial"/>
              <a:ea typeface="Arial"/>
              <a:cs typeface="Arial"/>
              <a:sym typeface="Arial"/>
            </a:endParaRPr>
          </a:p>
          <a:p>
            <a:pPr indent="-50800" lvl="0" marL="381000" marR="0" rtl="0" algn="l">
              <a:lnSpc>
                <a:spcPct val="112500"/>
              </a:lnSpc>
              <a:spcBef>
                <a:spcPts val="0"/>
              </a:spcBef>
              <a:spcAft>
                <a:spcPts val="0"/>
              </a:spcAft>
              <a:buClr>
                <a:srgbClr val="000000"/>
              </a:buClr>
              <a:buSzPts val="2667"/>
              <a:buNone/>
            </a:pPr>
            <a:r>
              <a:rPr lang="en-US" sz="1467">
                <a:solidFill>
                  <a:srgbClr val="000000"/>
                </a:solidFill>
                <a:latin typeface="Arial"/>
                <a:ea typeface="Arial"/>
                <a:cs typeface="Arial"/>
                <a:sym typeface="Arial"/>
              </a:rPr>
              <a:t>Ear bottom appearance using contour of an elephant ear. </a:t>
            </a:r>
            <a:endParaRPr sz="1467">
              <a:solidFill>
                <a:srgbClr val="000000"/>
              </a:solidFill>
              <a:latin typeface="Arial"/>
              <a:ea typeface="Arial"/>
              <a:cs typeface="Arial"/>
              <a:sym typeface="Arial"/>
            </a:endParaRPr>
          </a:p>
          <a:p>
            <a:pPr indent="-50800" lvl="0" marL="381000" marR="0" rtl="0" algn="l">
              <a:lnSpc>
                <a:spcPct val="112500"/>
              </a:lnSpc>
              <a:spcBef>
                <a:spcPts val="0"/>
              </a:spcBef>
              <a:spcAft>
                <a:spcPts val="0"/>
              </a:spcAft>
              <a:buClr>
                <a:srgbClr val="000000"/>
              </a:buClr>
              <a:buSzPts val="2667"/>
              <a:buNone/>
            </a:pPr>
            <a:r>
              <a:rPr lang="en-US" sz="1467">
                <a:solidFill>
                  <a:srgbClr val="000000"/>
                </a:solidFill>
                <a:latin typeface="Arial"/>
                <a:ea typeface="Arial"/>
                <a:cs typeface="Arial"/>
                <a:sym typeface="Arial"/>
              </a:rPr>
              <a:t>Rips, holes and notches.</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Facial features.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lang="en-US" sz="1467">
                <a:solidFill>
                  <a:srgbClr val="000000"/>
                </a:solidFill>
                <a:latin typeface="Arial"/>
                <a:ea typeface="Arial"/>
                <a:cs typeface="Arial"/>
                <a:sym typeface="Arial"/>
              </a:rPr>
              <a:t>Will also be actively consider in identification process.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333"/>
              </a:spcAft>
              <a:buNone/>
            </a:pPr>
            <a:r>
              <a:rPr lang="en-US" sz="1467">
                <a:solidFill>
                  <a:srgbClr val="000000"/>
                </a:solidFill>
                <a:latin typeface="Arial"/>
                <a:ea typeface="Arial"/>
                <a:cs typeface="Arial"/>
                <a:sym typeface="Arial"/>
              </a:rPr>
              <a:t>(But this will be analyzed based on the results of current research direction) </a:t>
            </a:r>
            <a:endParaRPr sz="1467">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i153: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i153: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marR="0" rtl="0" algn="l">
              <a:lnSpc>
                <a:spcPct val="112500"/>
              </a:lnSpc>
              <a:spcBef>
                <a:spcPts val="0"/>
              </a:spcBef>
              <a:spcAft>
                <a:spcPts val="0"/>
              </a:spcAft>
              <a:buNone/>
            </a:pPr>
            <a:r>
              <a:rPr b="1" lang="en-US" sz="1467">
                <a:solidFill>
                  <a:srgbClr val="000000"/>
                </a:solidFill>
                <a:latin typeface="Arial"/>
                <a:ea typeface="Arial"/>
                <a:cs typeface="Arial"/>
                <a:sym typeface="Arial"/>
              </a:rPr>
              <a:t>Special features</a:t>
            </a:r>
            <a:r>
              <a:rPr lang="en-US" sz="1467">
                <a:solidFill>
                  <a:srgbClr val="000000"/>
                </a:solidFill>
                <a:latin typeface="Arial"/>
                <a:ea typeface="Arial"/>
                <a:cs typeface="Arial"/>
                <a:sym typeface="Arial"/>
              </a:rPr>
              <a:t> : features with minimum intra-individual distance and maximum inter-individual distance.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333"/>
              </a:spcAft>
              <a:buNone/>
            </a:pPr>
            <a:r>
              <a:t/>
            </a:r>
            <a:endParaRPr sz="1467">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i158: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i158: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marR="0" rtl="0" algn="l">
              <a:lnSpc>
                <a:spcPct val="112500"/>
              </a:lnSpc>
              <a:spcBef>
                <a:spcPts val="0"/>
              </a:spcBef>
              <a:spcAft>
                <a:spcPts val="333"/>
              </a:spcAft>
              <a:buNone/>
            </a:pPr>
            <a:r>
              <a:rPr b="1" lang="en-US" sz="1467">
                <a:solidFill>
                  <a:srgbClr val="000000"/>
                </a:solidFill>
                <a:latin typeface="Arial"/>
                <a:ea typeface="Arial"/>
                <a:cs typeface="Arial"/>
                <a:sym typeface="Arial"/>
              </a:rPr>
              <a:t>The eleID</a:t>
            </a:r>
            <a:r>
              <a:rPr b="1" baseline="30000" lang="en-US" sz="1467">
                <a:solidFill>
                  <a:srgbClr val="000000"/>
                </a:solidFill>
                <a:latin typeface="Arial"/>
                <a:ea typeface="Arial"/>
                <a:cs typeface="Arial"/>
                <a:sym typeface="Arial"/>
              </a:rPr>
              <a:t>©</a:t>
            </a:r>
            <a:r>
              <a:rPr b="1" lang="en-US" sz="1467">
                <a:solidFill>
                  <a:srgbClr val="000000"/>
                </a:solidFill>
                <a:latin typeface="Arial"/>
                <a:ea typeface="Arial"/>
                <a:cs typeface="Arial"/>
                <a:sym typeface="Arial"/>
              </a:rPr>
              <a:t> project is partially-funded by the Tides Foundation through Google Geo Challenge Grants and is a sub-project of the Sri Lanka Wildlife Conservation Society's (SLWCS) award winning Saving Elephants by Helping People (SEHP) Project.   </a:t>
            </a:r>
            <a:endParaRPr b="1" sz="1467">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i163: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i163: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c0c6df6aec_0_0:notes"/>
          <p:cNvSpPr/>
          <p:nvPr>
            <p:ph idx="2" type="sldImg"/>
          </p:nvPr>
        </p:nvSpPr>
        <p:spPr>
          <a:xfrm>
            <a:off x="1270250" y="762000"/>
            <a:ext cx="5080200" cy="3810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c0c6df6aec_0_0: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c0c6df6aec_0_5:notes"/>
          <p:cNvSpPr/>
          <p:nvPr>
            <p:ph idx="2" type="sldImg"/>
          </p:nvPr>
        </p:nvSpPr>
        <p:spPr>
          <a:xfrm>
            <a:off x="1270250" y="762000"/>
            <a:ext cx="5080200" cy="3810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c0c6df6aec_0_5: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c0c6df6aec_0_11:notes"/>
          <p:cNvSpPr/>
          <p:nvPr>
            <p:ph idx="2" type="sldImg"/>
          </p:nvPr>
        </p:nvSpPr>
        <p:spPr>
          <a:xfrm>
            <a:off x="1270250" y="762000"/>
            <a:ext cx="5080200" cy="3810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c0c6df6aec_0_11: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c0c6df6aec_0_17:notes"/>
          <p:cNvSpPr/>
          <p:nvPr>
            <p:ph idx="2" type="sldImg"/>
          </p:nvPr>
        </p:nvSpPr>
        <p:spPr>
          <a:xfrm>
            <a:off x="1270250" y="762000"/>
            <a:ext cx="5080200" cy="3810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c0c6df6aec_0_17: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c0c6df6aec_0_23:notes"/>
          <p:cNvSpPr/>
          <p:nvPr>
            <p:ph idx="2" type="sldImg"/>
          </p:nvPr>
        </p:nvSpPr>
        <p:spPr>
          <a:xfrm>
            <a:off x="1270250" y="762000"/>
            <a:ext cx="5080200" cy="3810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c0c6df6aec_0_23: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c0c6df6aec_0_44:notes"/>
          <p:cNvSpPr/>
          <p:nvPr>
            <p:ph idx="2" type="sldImg"/>
          </p:nvPr>
        </p:nvSpPr>
        <p:spPr>
          <a:xfrm>
            <a:off x="1270250" y="762000"/>
            <a:ext cx="5080200" cy="3810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c0c6df6aec_0_44: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c0c6df6aec_0_48:notes"/>
          <p:cNvSpPr/>
          <p:nvPr>
            <p:ph idx="2" type="sldImg"/>
          </p:nvPr>
        </p:nvSpPr>
        <p:spPr>
          <a:xfrm>
            <a:off x="1270250" y="762000"/>
            <a:ext cx="5080200" cy="3810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c0c6df6aec_0_48: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c0c6df6aec_0_53:notes"/>
          <p:cNvSpPr/>
          <p:nvPr>
            <p:ph idx="2" type="sldImg"/>
          </p:nvPr>
        </p:nvSpPr>
        <p:spPr>
          <a:xfrm>
            <a:off x="1270250" y="762000"/>
            <a:ext cx="5080200" cy="3810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c0c6df6aec_0_53: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c0c6df6aec_0_60:notes"/>
          <p:cNvSpPr/>
          <p:nvPr>
            <p:ph idx="2" type="sldImg"/>
          </p:nvPr>
        </p:nvSpPr>
        <p:spPr>
          <a:xfrm>
            <a:off x="1270250" y="762000"/>
            <a:ext cx="5080200" cy="3810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c0c6df6aec_0_60: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c0c6df6aec_0_67:notes"/>
          <p:cNvSpPr/>
          <p:nvPr>
            <p:ph idx="2" type="sldImg"/>
          </p:nvPr>
        </p:nvSpPr>
        <p:spPr>
          <a:xfrm>
            <a:off x="1270250" y="762000"/>
            <a:ext cx="5080200" cy="3810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c0c6df6aec_0_67: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c0c6df6aec_0_73:notes"/>
          <p:cNvSpPr/>
          <p:nvPr>
            <p:ph idx="2" type="sldImg"/>
          </p:nvPr>
        </p:nvSpPr>
        <p:spPr>
          <a:xfrm>
            <a:off x="1270250" y="762000"/>
            <a:ext cx="5080200" cy="3810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c0c6df6aec_0_73: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c0c6df6aec_0_79:notes"/>
          <p:cNvSpPr/>
          <p:nvPr>
            <p:ph idx="2" type="sldImg"/>
          </p:nvPr>
        </p:nvSpPr>
        <p:spPr>
          <a:xfrm>
            <a:off x="1270250" y="762000"/>
            <a:ext cx="5080200" cy="3810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c0c6df6aec_0_79: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c0c6df6aec_0_83:notes"/>
          <p:cNvSpPr/>
          <p:nvPr>
            <p:ph idx="2" type="sldImg"/>
          </p:nvPr>
        </p:nvSpPr>
        <p:spPr>
          <a:xfrm>
            <a:off x="1270250" y="762000"/>
            <a:ext cx="5080200" cy="3810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c0c6df6aec_0_83: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c0c6df6aec_0_91:notes"/>
          <p:cNvSpPr/>
          <p:nvPr>
            <p:ph idx="2" type="sldImg"/>
          </p:nvPr>
        </p:nvSpPr>
        <p:spPr>
          <a:xfrm>
            <a:off x="1270250" y="762000"/>
            <a:ext cx="5080200" cy="3810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c0c6df6aec_0_91: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c0c6df6aec_0_95:notes"/>
          <p:cNvSpPr/>
          <p:nvPr>
            <p:ph idx="2" type="sldImg"/>
          </p:nvPr>
        </p:nvSpPr>
        <p:spPr>
          <a:xfrm>
            <a:off x="1270250" y="762000"/>
            <a:ext cx="5080200" cy="3810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c0c6df6aec_0_95: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c0c6df6aec_0_101:notes"/>
          <p:cNvSpPr/>
          <p:nvPr>
            <p:ph idx="2" type="sldImg"/>
          </p:nvPr>
        </p:nvSpPr>
        <p:spPr>
          <a:xfrm>
            <a:off x="1270250" y="762000"/>
            <a:ext cx="5080200" cy="3810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2c0c6df6aec_0_101: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c0c6df6aec_0_109:notes"/>
          <p:cNvSpPr/>
          <p:nvPr>
            <p:ph idx="2" type="sldImg"/>
          </p:nvPr>
        </p:nvSpPr>
        <p:spPr>
          <a:xfrm>
            <a:off x="1270250" y="762000"/>
            <a:ext cx="5080200" cy="3810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c0c6df6aec_0_109: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i167: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i167: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i171: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i171: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marR="0" rtl="0" algn="l">
              <a:lnSpc>
                <a:spcPct val="112500"/>
              </a:lnSpc>
              <a:spcBef>
                <a:spcPts val="0"/>
              </a:spcBef>
              <a:spcAft>
                <a:spcPts val="0"/>
              </a:spcAft>
              <a:buNone/>
            </a:pPr>
            <a:r>
              <a:rPr b="1" lang="en-US" sz="1467">
                <a:solidFill>
                  <a:srgbClr val="000000"/>
                </a:solidFill>
                <a:latin typeface="Arial"/>
                <a:ea typeface="Arial"/>
                <a:cs typeface="Arial"/>
                <a:sym typeface="Arial"/>
              </a:rPr>
              <a:t>Length of the tail</a:t>
            </a:r>
            <a:r>
              <a:rPr lang="en-US" sz="1467">
                <a:solidFill>
                  <a:srgbClr val="000000"/>
                </a:solidFill>
                <a:latin typeface="Arial"/>
                <a:ea typeface="Arial"/>
                <a:cs typeface="Arial"/>
                <a:sym typeface="Arial"/>
              </a:rPr>
              <a:t> - length of the tail in relation to the back legs of the elephant.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b="1" lang="en-US" sz="1467">
                <a:solidFill>
                  <a:srgbClr val="000000"/>
                </a:solidFill>
                <a:latin typeface="Arial"/>
                <a:ea typeface="Arial"/>
                <a:cs typeface="Arial"/>
                <a:sym typeface="Arial"/>
              </a:rPr>
              <a:t>Ear bottom appearance – </a:t>
            </a:r>
            <a:r>
              <a:rPr lang="en-US" sz="1467">
                <a:solidFill>
                  <a:srgbClr val="000000"/>
                </a:solidFill>
                <a:latin typeface="Arial"/>
                <a:ea typeface="Arial"/>
                <a:cs typeface="Arial"/>
                <a:sym typeface="Arial"/>
              </a:rPr>
              <a:t>Curved in, straight line or waves.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b="1"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b="1" lang="en-US" sz="1467">
                <a:solidFill>
                  <a:srgbClr val="000000"/>
                </a:solidFill>
                <a:latin typeface="Arial"/>
                <a:ea typeface="Arial"/>
                <a:cs typeface="Arial"/>
                <a:sym typeface="Arial"/>
              </a:rPr>
              <a:t>Rips, holes and notches</a:t>
            </a:r>
            <a:r>
              <a:rPr lang="en-US" sz="1467">
                <a:solidFill>
                  <a:srgbClr val="000000"/>
                </a:solidFill>
                <a:latin typeface="Arial"/>
                <a:ea typeface="Arial"/>
                <a:cs typeface="Arial"/>
                <a:sym typeface="Arial"/>
              </a:rPr>
              <a:t> – Very useful in unique identification of elephants manually.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rPr b="1" lang="en-US" sz="1467">
                <a:solidFill>
                  <a:srgbClr val="000000"/>
                </a:solidFill>
                <a:latin typeface="Arial"/>
                <a:ea typeface="Arial"/>
                <a:cs typeface="Arial"/>
                <a:sym typeface="Arial"/>
              </a:rPr>
              <a:t>Facial features</a:t>
            </a:r>
            <a:r>
              <a:rPr lang="en-US" sz="1467">
                <a:solidFill>
                  <a:srgbClr val="000000"/>
                </a:solidFill>
                <a:latin typeface="Arial"/>
                <a:ea typeface="Arial"/>
                <a:cs typeface="Arial"/>
                <a:sym typeface="Arial"/>
              </a:rPr>
              <a:t> - the distances between eyes and tusks, wrinkles in the upper trunk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0"/>
              </a:spcAft>
              <a:buNone/>
            </a:pPr>
            <a:r>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333"/>
              </a:spcAft>
              <a:buNone/>
            </a:pPr>
            <a:r>
              <a:t/>
            </a:r>
            <a:endParaRPr sz="1467">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i176: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i176: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marR="0" rtl="0" algn="l">
              <a:lnSpc>
                <a:spcPct val="112500"/>
              </a:lnSpc>
              <a:spcBef>
                <a:spcPts val="0"/>
              </a:spcBef>
              <a:spcAft>
                <a:spcPts val="0"/>
              </a:spcAft>
              <a:buNone/>
            </a:pPr>
            <a:r>
              <a:rPr lang="en-US" sz="1467">
                <a:solidFill>
                  <a:srgbClr val="000000"/>
                </a:solidFill>
                <a:latin typeface="Arial"/>
                <a:ea typeface="Arial"/>
                <a:cs typeface="Arial"/>
                <a:sym typeface="Arial"/>
              </a:rPr>
              <a:t>Eigenfaces have to be find in the traning phase giving already identified images of the elephants to the system.</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333"/>
              </a:spcAft>
              <a:buNone/>
            </a:pPr>
            <a:r>
              <a:rPr lang="en-US" sz="1467">
                <a:solidFill>
                  <a:srgbClr val="000000"/>
                </a:solidFill>
                <a:latin typeface="Arial"/>
                <a:ea typeface="Arial"/>
                <a:cs typeface="Arial"/>
                <a:sym typeface="Arial"/>
              </a:rPr>
              <a:t>These Eigenfaces can be considered as the ‘</a:t>
            </a:r>
            <a:r>
              <a:rPr b="1" lang="en-US" sz="1467">
                <a:solidFill>
                  <a:srgbClr val="000000"/>
                </a:solidFill>
                <a:latin typeface="Arial"/>
                <a:ea typeface="Arial"/>
                <a:cs typeface="Arial"/>
                <a:sym typeface="Arial"/>
              </a:rPr>
              <a:t>Principal Components</a:t>
            </a:r>
            <a:r>
              <a:rPr lang="en-US" sz="1467">
                <a:solidFill>
                  <a:srgbClr val="000000"/>
                </a:solidFill>
                <a:latin typeface="Arial"/>
                <a:ea typeface="Arial"/>
                <a:cs typeface="Arial"/>
                <a:sym typeface="Arial"/>
              </a:rPr>
              <a:t>’ of elephant face space. </a:t>
            </a:r>
            <a:endParaRPr sz="1467">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i193: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i193: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marR="0" rtl="0" algn="l">
              <a:lnSpc>
                <a:spcPct val="112500"/>
              </a:lnSpc>
              <a:spcBef>
                <a:spcPts val="0"/>
              </a:spcBef>
              <a:spcAft>
                <a:spcPts val="333"/>
              </a:spcAft>
              <a:buNone/>
            </a:pPr>
            <a:r>
              <a:rPr lang="en-US" sz="1467">
                <a:solidFill>
                  <a:srgbClr val="000000"/>
                </a:solidFill>
                <a:latin typeface="Arial"/>
                <a:ea typeface="Arial"/>
                <a:cs typeface="Arial"/>
                <a:sym typeface="Arial"/>
              </a:rPr>
              <a:t>Higher the number of good quality examples </a:t>
            </a:r>
            <a:r>
              <a:rPr b="1" lang="en-US" sz="1467">
                <a:solidFill>
                  <a:srgbClr val="000000"/>
                </a:solidFill>
                <a:latin typeface="Arial"/>
                <a:ea typeface="Arial"/>
                <a:cs typeface="Arial"/>
                <a:sym typeface="Arial"/>
              </a:rPr>
              <a:t>N</a:t>
            </a:r>
            <a:r>
              <a:rPr lang="en-US" sz="1467">
                <a:solidFill>
                  <a:srgbClr val="000000"/>
                </a:solidFill>
                <a:latin typeface="Arial"/>
                <a:ea typeface="Arial"/>
                <a:cs typeface="Arial"/>
                <a:sym typeface="Arial"/>
              </a:rPr>
              <a:t>, better the results. </a:t>
            </a:r>
            <a:endParaRPr sz="1467">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i211: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i211: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67"/>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i226:notes"/>
          <p:cNvSpPr/>
          <p:nvPr>
            <p:ph idx="2" type="sldImg"/>
          </p:nvPr>
        </p:nvSpPr>
        <p:spPr>
          <a:xfrm>
            <a:off x="1270250" y="762000"/>
            <a:ext cx="5080250" cy="3810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i226:notes"/>
          <p:cNvSpPr txBox="1"/>
          <p:nvPr>
            <p:ph idx="1" type="body"/>
          </p:nvPr>
        </p:nvSpPr>
        <p:spPr>
          <a:xfrm>
            <a:off x="762000" y="4826000"/>
            <a:ext cx="6096000" cy="4572000"/>
          </a:xfrm>
          <a:prstGeom prst="rect">
            <a:avLst/>
          </a:prstGeom>
        </p:spPr>
        <p:txBody>
          <a:bodyPr anchorCtr="0" anchor="t" bIns="91425" lIns="91425" spcFirstLastPara="1" rIns="91425" wrap="square" tIns="91425">
            <a:noAutofit/>
          </a:bodyPr>
          <a:lstStyle/>
          <a:p>
            <a:pPr indent="0" lvl="0" marL="0" marR="0" rtl="0" algn="l">
              <a:lnSpc>
                <a:spcPct val="112500"/>
              </a:lnSpc>
              <a:spcBef>
                <a:spcPts val="0"/>
              </a:spcBef>
              <a:spcAft>
                <a:spcPts val="0"/>
              </a:spcAft>
              <a:buNone/>
            </a:pPr>
            <a:r>
              <a:rPr lang="en-US" sz="1467">
                <a:solidFill>
                  <a:srgbClr val="000000"/>
                </a:solidFill>
                <a:latin typeface="Arial"/>
                <a:ea typeface="Arial"/>
                <a:cs typeface="Arial"/>
                <a:sym typeface="Arial"/>
              </a:rPr>
              <a:t>By projecting the newly given elephant image to the facespace, we can find eigenface weights which are unique to that image. </a:t>
            </a:r>
            <a:endParaRPr sz="1467">
              <a:solidFill>
                <a:srgbClr val="000000"/>
              </a:solidFill>
              <a:latin typeface="Arial"/>
              <a:ea typeface="Arial"/>
              <a:cs typeface="Arial"/>
              <a:sym typeface="Arial"/>
            </a:endParaRPr>
          </a:p>
          <a:p>
            <a:pPr indent="0" lvl="0" marL="0" marR="0" rtl="0" algn="l">
              <a:lnSpc>
                <a:spcPct val="112500"/>
              </a:lnSpc>
              <a:spcBef>
                <a:spcPts val="333"/>
              </a:spcBef>
              <a:spcAft>
                <a:spcPts val="333"/>
              </a:spcAft>
              <a:buNone/>
            </a:pPr>
            <a:r>
              <a:rPr lang="en-US" sz="1467">
                <a:solidFill>
                  <a:srgbClr val="000000"/>
                </a:solidFill>
                <a:latin typeface="Arial"/>
                <a:ea typeface="Arial"/>
                <a:cs typeface="Arial"/>
                <a:sym typeface="Arial"/>
              </a:rPr>
              <a:t>By measuring the distances of the weights (or coefficients) with already identified elephant images, we can say that ‘</a:t>
            </a:r>
            <a:r>
              <a:rPr b="1" i="1" lang="en-US" sz="1467">
                <a:solidFill>
                  <a:srgbClr val="000000"/>
                </a:solidFill>
                <a:latin typeface="Arial"/>
                <a:ea typeface="Arial"/>
                <a:cs typeface="Arial"/>
                <a:sym typeface="Arial"/>
              </a:rPr>
              <a:t>the elephant is already identified’</a:t>
            </a:r>
            <a:r>
              <a:rPr lang="en-US" sz="1467">
                <a:solidFill>
                  <a:srgbClr val="000000"/>
                </a:solidFill>
                <a:latin typeface="Arial"/>
                <a:ea typeface="Arial"/>
                <a:cs typeface="Arial"/>
                <a:sym typeface="Arial"/>
              </a:rPr>
              <a:t> (in the case of small distance) along with the result or ‘</a:t>
            </a:r>
            <a:r>
              <a:rPr b="1" i="1" lang="en-US" sz="1467">
                <a:solidFill>
                  <a:srgbClr val="000000"/>
                </a:solidFill>
                <a:latin typeface="Arial"/>
                <a:ea typeface="Arial"/>
                <a:cs typeface="Arial"/>
                <a:sym typeface="Arial"/>
              </a:rPr>
              <a:t>this is a new elephant</a:t>
            </a:r>
            <a:r>
              <a:rPr lang="en-US" sz="1467">
                <a:solidFill>
                  <a:srgbClr val="000000"/>
                </a:solidFill>
                <a:latin typeface="Arial"/>
                <a:ea typeface="Arial"/>
                <a:cs typeface="Arial"/>
                <a:sym typeface="Arial"/>
              </a:rPr>
              <a:t>’ . </a:t>
            </a:r>
            <a:endParaRPr sz="1467">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 name="Shape 7"/>
        <p:cNvGrpSpPr/>
        <p:nvPr/>
      </p:nvGrpSpPr>
      <p:grpSpPr>
        <a:xfrm>
          <a:off x="0" y="0"/>
          <a:ext cx="0" cy="0"/>
          <a:chOff x="0" y="0"/>
          <a:chExt cx="0" cy="0"/>
        </a:xfrm>
      </p:grpSpPr>
      <p:sp>
        <p:nvSpPr>
          <p:cNvPr id="8" name="Google Shape;8;p3"/>
          <p:cNvSpPr txBox="1"/>
          <p:nvPr>
            <p:ph type="ctrTitle"/>
          </p:nvPr>
        </p:nvSpPr>
        <p:spPr>
          <a:xfrm>
            <a:off x="914400" y="3048000"/>
            <a:ext cx="8331200" cy="12192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4800"/>
              <a:buChar char="●"/>
              <a:defRPr sz="4800"/>
            </a:lvl1pPr>
            <a:lvl2pPr lvl="1" algn="ctr">
              <a:spcBef>
                <a:spcPts val="0"/>
              </a:spcBef>
              <a:spcAft>
                <a:spcPts val="0"/>
              </a:spcAft>
              <a:buSzPts val="4800"/>
              <a:buChar char="○"/>
              <a:defRPr sz="4800"/>
            </a:lvl2pPr>
            <a:lvl3pPr lvl="2" algn="ctr">
              <a:spcBef>
                <a:spcPts val="0"/>
              </a:spcBef>
              <a:spcAft>
                <a:spcPts val="0"/>
              </a:spcAft>
              <a:buSzPts val="4800"/>
              <a:buChar char="■"/>
              <a:defRPr sz="4800"/>
            </a:lvl3pPr>
            <a:lvl4pPr lvl="3" algn="ctr">
              <a:spcBef>
                <a:spcPts val="0"/>
              </a:spcBef>
              <a:spcAft>
                <a:spcPts val="0"/>
              </a:spcAft>
              <a:buSzPts val="4800"/>
              <a:buChar char="●"/>
              <a:defRPr sz="4800"/>
            </a:lvl4pPr>
            <a:lvl5pPr lvl="4" algn="ctr">
              <a:spcBef>
                <a:spcPts val="0"/>
              </a:spcBef>
              <a:spcAft>
                <a:spcPts val="0"/>
              </a:spcAft>
              <a:buSzPts val="4800"/>
              <a:buChar char="○"/>
              <a:defRPr sz="4800"/>
            </a:lvl5pPr>
            <a:lvl6pPr lvl="5" algn="ctr">
              <a:spcBef>
                <a:spcPts val="0"/>
              </a:spcBef>
              <a:spcAft>
                <a:spcPts val="0"/>
              </a:spcAft>
              <a:buSzPts val="4800"/>
              <a:buChar char="■"/>
              <a:defRPr sz="4800"/>
            </a:lvl6pPr>
            <a:lvl7pPr lvl="6" algn="ctr">
              <a:spcBef>
                <a:spcPts val="0"/>
              </a:spcBef>
              <a:spcAft>
                <a:spcPts val="0"/>
              </a:spcAft>
              <a:buSzPts val="4800"/>
              <a:buChar char="●"/>
              <a:defRPr sz="4800"/>
            </a:lvl7pPr>
            <a:lvl8pPr lvl="7" algn="ctr">
              <a:spcBef>
                <a:spcPts val="0"/>
              </a:spcBef>
              <a:spcAft>
                <a:spcPts val="0"/>
              </a:spcAft>
              <a:buSzPts val="4800"/>
              <a:buChar char="○"/>
              <a:defRPr sz="4800"/>
            </a:lvl8pPr>
            <a:lvl9pPr lvl="8" algn="ctr">
              <a:spcBef>
                <a:spcPts val="0"/>
              </a:spcBef>
              <a:spcAft>
                <a:spcPts val="0"/>
              </a:spcAft>
              <a:buSzPts val="4800"/>
              <a:buChar char="■"/>
              <a:defRPr sz="4800"/>
            </a:lvl9pPr>
          </a:lstStyle>
          <a:p/>
        </p:txBody>
      </p:sp>
      <p:sp>
        <p:nvSpPr>
          <p:cNvPr id="9" name="Google Shape;9;p3"/>
          <p:cNvSpPr txBox="1"/>
          <p:nvPr>
            <p:ph idx="1" type="subTitle"/>
          </p:nvPr>
        </p:nvSpPr>
        <p:spPr>
          <a:xfrm>
            <a:off x="1828800" y="4572000"/>
            <a:ext cx="6502400" cy="914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3200"/>
              <a:buChar char="●"/>
              <a:defRPr sz="3200"/>
            </a:lvl1pPr>
            <a:lvl2pPr lvl="1" algn="ctr">
              <a:spcBef>
                <a:spcPts val="0"/>
              </a:spcBef>
              <a:spcAft>
                <a:spcPts val="0"/>
              </a:spcAft>
              <a:buSzPts val="3200"/>
              <a:buChar char="○"/>
              <a:defRPr sz="3200"/>
            </a:lvl2pPr>
            <a:lvl3pPr lvl="2" algn="ctr">
              <a:spcBef>
                <a:spcPts val="0"/>
              </a:spcBef>
              <a:spcAft>
                <a:spcPts val="0"/>
              </a:spcAft>
              <a:buSzPts val="3200"/>
              <a:buChar char="■"/>
              <a:defRPr sz="3200"/>
            </a:lvl3pPr>
            <a:lvl4pPr lvl="3" algn="ctr">
              <a:spcBef>
                <a:spcPts val="0"/>
              </a:spcBef>
              <a:spcAft>
                <a:spcPts val="0"/>
              </a:spcAft>
              <a:buSzPts val="3200"/>
              <a:buChar char="●"/>
              <a:defRPr sz="3200"/>
            </a:lvl4pPr>
            <a:lvl5pPr lvl="4" algn="ctr">
              <a:spcBef>
                <a:spcPts val="0"/>
              </a:spcBef>
              <a:spcAft>
                <a:spcPts val="0"/>
              </a:spcAft>
              <a:buSzPts val="3200"/>
              <a:buChar char="○"/>
              <a:defRPr sz="3200"/>
            </a:lvl5pPr>
            <a:lvl6pPr lvl="5" algn="ctr">
              <a:spcBef>
                <a:spcPts val="0"/>
              </a:spcBef>
              <a:spcAft>
                <a:spcPts val="0"/>
              </a:spcAft>
              <a:buSzPts val="3200"/>
              <a:buChar char="■"/>
              <a:defRPr sz="3200"/>
            </a:lvl6pPr>
            <a:lvl7pPr lvl="6" algn="ctr">
              <a:spcBef>
                <a:spcPts val="0"/>
              </a:spcBef>
              <a:spcAft>
                <a:spcPts val="0"/>
              </a:spcAft>
              <a:buSzPts val="3200"/>
              <a:buChar char="●"/>
              <a:defRPr sz="3200"/>
            </a:lvl7pPr>
            <a:lvl8pPr lvl="7" algn="ctr">
              <a:spcBef>
                <a:spcPts val="0"/>
              </a:spcBef>
              <a:spcAft>
                <a:spcPts val="0"/>
              </a:spcAft>
              <a:buSzPts val="3200"/>
              <a:buChar char="○"/>
              <a:defRPr sz="3200"/>
            </a:lvl8pPr>
            <a:lvl9pPr lvl="8" algn="ctr">
              <a:spcBef>
                <a:spcPts val="0"/>
              </a:spcBef>
              <a:spcAft>
                <a:spcPts val="0"/>
              </a:spcAft>
              <a:buSzPts val="3200"/>
              <a:buChar char="■"/>
              <a:defRPr sz="3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 name="Shape 10"/>
        <p:cNvGrpSpPr/>
        <p:nvPr/>
      </p:nvGrpSpPr>
      <p:grpSpPr>
        <a:xfrm>
          <a:off x="0" y="0"/>
          <a:ext cx="0" cy="0"/>
          <a:chOff x="0" y="0"/>
          <a:chExt cx="0" cy="0"/>
        </a:xfrm>
      </p:grpSpPr>
      <p:sp>
        <p:nvSpPr>
          <p:cNvPr id="11" name="Google Shape;11;p4"/>
          <p:cNvSpPr txBox="1"/>
          <p:nvPr>
            <p:ph type="title"/>
          </p:nvPr>
        </p:nvSpPr>
        <p:spPr>
          <a:xfrm>
            <a:off x="304800" y="304800"/>
            <a:ext cx="9550400" cy="914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4267"/>
              <a:buChar char="●"/>
              <a:defRPr sz="4267"/>
            </a:lvl1pPr>
            <a:lvl2pPr lvl="1">
              <a:spcBef>
                <a:spcPts val="0"/>
              </a:spcBef>
              <a:spcAft>
                <a:spcPts val="0"/>
              </a:spcAft>
              <a:buSzPts val="4267"/>
              <a:buChar char="○"/>
              <a:defRPr sz="4267"/>
            </a:lvl2pPr>
            <a:lvl3pPr lvl="2">
              <a:spcBef>
                <a:spcPts val="0"/>
              </a:spcBef>
              <a:spcAft>
                <a:spcPts val="0"/>
              </a:spcAft>
              <a:buSzPts val="4267"/>
              <a:buChar char="■"/>
              <a:defRPr sz="4267"/>
            </a:lvl3pPr>
            <a:lvl4pPr lvl="3">
              <a:spcBef>
                <a:spcPts val="0"/>
              </a:spcBef>
              <a:spcAft>
                <a:spcPts val="0"/>
              </a:spcAft>
              <a:buSzPts val="4267"/>
              <a:buChar char="●"/>
              <a:defRPr sz="4267"/>
            </a:lvl4pPr>
            <a:lvl5pPr lvl="4">
              <a:spcBef>
                <a:spcPts val="0"/>
              </a:spcBef>
              <a:spcAft>
                <a:spcPts val="0"/>
              </a:spcAft>
              <a:buSzPts val="4267"/>
              <a:buChar char="○"/>
              <a:defRPr sz="4267"/>
            </a:lvl5pPr>
            <a:lvl6pPr lvl="5">
              <a:spcBef>
                <a:spcPts val="0"/>
              </a:spcBef>
              <a:spcAft>
                <a:spcPts val="0"/>
              </a:spcAft>
              <a:buSzPts val="4267"/>
              <a:buChar char="■"/>
              <a:defRPr sz="4267"/>
            </a:lvl6pPr>
            <a:lvl7pPr lvl="6">
              <a:spcBef>
                <a:spcPts val="0"/>
              </a:spcBef>
              <a:spcAft>
                <a:spcPts val="0"/>
              </a:spcAft>
              <a:buSzPts val="4267"/>
              <a:buChar char="●"/>
              <a:defRPr sz="4267"/>
            </a:lvl7pPr>
            <a:lvl8pPr lvl="7">
              <a:spcBef>
                <a:spcPts val="0"/>
              </a:spcBef>
              <a:spcAft>
                <a:spcPts val="0"/>
              </a:spcAft>
              <a:buSzPts val="4267"/>
              <a:buChar char="○"/>
              <a:defRPr sz="4267"/>
            </a:lvl8pPr>
            <a:lvl9pPr lvl="8">
              <a:spcBef>
                <a:spcPts val="0"/>
              </a:spcBef>
              <a:spcAft>
                <a:spcPts val="0"/>
              </a:spcAft>
              <a:buSzPts val="4267"/>
              <a:buChar char="■"/>
              <a:defRPr sz="4267"/>
            </a:lvl9pPr>
          </a:lstStyle>
          <a:p/>
        </p:txBody>
      </p:sp>
      <p:sp>
        <p:nvSpPr>
          <p:cNvPr id="12" name="Google Shape;12;p4"/>
          <p:cNvSpPr txBox="1"/>
          <p:nvPr>
            <p:ph idx="1" type="body"/>
          </p:nvPr>
        </p:nvSpPr>
        <p:spPr>
          <a:xfrm>
            <a:off x="304800" y="1828800"/>
            <a:ext cx="9550400" cy="5486400"/>
          </a:xfrm>
          <a:prstGeom prst="rect">
            <a:avLst/>
          </a:prstGeom>
          <a:noFill/>
          <a:ln>
            <a:noFill/>
          </a:ln>
        </p:spPr>
        <p:txBody>
          <a:bodyPr anchorCtr="0" anchor="t" bIns="91425" lIns="91425" spcFirstLastPara="1" rIns="91425" wrap="square" tIns="91425">
            <a:noAutofit/>
          </a:bodyPr>
          <a:lstStyle>
            <a:lvl1pPr indent="-397933" lvl="0" marL="457200">
              <a:spcBef>
                <a:spcPts val="0"/>
              </a:spcBef>
              <a:spcAft>
                <a:spcPts val="0"/>
              </a:spcAft>
              <a:buSzPts val="2667"/>
              <a:buChar char="●"/>
              <a:defRPr sz="2667"/>
            </a:lvl1pPr>
            <a:lvl2pPr indent="-397933" lvl="1" marL="914400">
              <a:spcBef>
                <a:spcPts val="0"/>
              </a:spcBef>
              <a:spcAft>
                <a:spcPts val="0"/>
              </a:spcAft>
              <a:buSzPts val="2667"/>
              <a:buChar char="○"/>
              <a:defRPr sz="2667"/>
            </a:lvl2pPr>
            <a:lvl3pPr indent="-397933" lvl="2" marL="1371600">
              <a:spcBef>
                <a:spcPts val="0"/>
              </a:spcBef>
              <a:spcAft>
                <a:spcPts val="0"/>
              </a:spcAft>
              <a:buSzPts val="2667"/>
              <a:buChar char="■"/>
              <a:defRPr sz="2667"/>
            </a:lvl3pPr>
            <a:lvl4pPr indent="-397933" lvl="3" marL="1828800">
              <a:spcBef>
                <a:spcPts val="0"/>
              </a:spcBef>
              <a:spcAft>
                <a:spcPts val="0"/>
              </a:spcAft>
              <a:buSzPts val="2667"/>
              <a:buChar char="●"/>
              <a:defRPr sz="2667"/>
            </a:lvl4pPr>
            <a:lvl5pPr indent="-397933" lvl="4" marL="2286000">
              <a:spcBef>
                <a:spcPts val="0"/>
              </a:spcBef>
              <a:spcAft>
                <a:spcPts val="0"/>
              </a:spcAft>
              <a:buSzPts val="2667"/>
              <a:buChar char="○"/>
              <a:defRPr sz="2667"/>
            </a:lvl5pPr>
            <a:lvl6pPr indent="-397933" lvl="5" marL="2743200">
              <a:spcBef>
                <a:spcPts val="0"/>
              </a:spcBef>
              <a:spcAft>
                <a:spcPts val="0"/>
              </a:spcAft>
              <a:buSzPts val="2667"/>
              <a:buChar char="■"/>
              <a:defRPr sz="2667"/>
            </a:lvl6pPr>
            <a:lvl7pPr indent="-397933" lvl="6" marL="3200400">
              <a:spcBef>
                <a:spcPts val="0"/>
              </a:spcBef>
              <a:spcAft>
                <a:spcPts val="0"/>
              </a:spcAft>
              <a:buSzPts val="2667"/>
              <a:buChar char="●"/>
              <a:defRPr sz="2667"/>
            </a:lvl7pPr>
            <a:lvl8pPr indent="-397933" lvl="7" marL="3657600">
              <a:spcBef>
                <a:spcPts val="0"/>
              </a:spcBef>
              <a:spcAft>
                <a:spcPts val="0"/>
              </a:spcAft>
              <a:buSzPts val="2667"/>
              <a:buChar char="○"/>
              <a:defRPr sz="2667"/>
            </a:lvl8pPr>
            <a:lvl9pPr indent="-397933" lvl="8" marL="4114800">
              <a:spcBef>
                <a:spcPts val="0"/>
              </a:spcBef>
              <a:spcAft>
                <a:spcPts val="0"/>
              </a:spcAft>
              <a:buSzPts val="2667"/>
              <a:buChar char="■"/>
              <a:defRPr sz="2667"/>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 name="Shape 13"/>
        <p:cNvGrpSpPr/>
        <p:nvPr/>
      </p:nvGrpSpPr>
      <p:grpSpPr>
        <a:xfrm>
          <a:off x="0" y="0"/>
          <a:ext cx="0" cy="0"/>
          <a:chOff x="0" y="0"/>
          <a:chExt cx="0" cy="0"/>
        </a:xfrm>
      </p:grpSpPr>
      <p:sp>
        <p:nvSpPr>
          <p:cNvPr id="14" name="Google Shape;14;p5"/>
          <p:cNvSpPr txBox="1"/>
          <p:nvPr>
            <p:ph type="title"/>
          </p:nvPr>
        </p:nvSpPr>
        <p:spPr>
          <a:xfrm>
            <a:off x="304800" y="304800"/>
            <a:ext cx="9550400" cy="914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4267"/>
              <a:buChar char="●"/>
              <a:defRPr sz="4267"/>
            </a:lvl1pPr>
            <a:lvl2pPr lvl="1">
              <a:spcBef>
                <a:spcPts val="0"/>
              </a:spcBef>
              <a:spcAft>
                <a:spcPts val="0"/>
              </a:spcAft>
              <a:buSzPts val="4267"/>
              <a:buChar char="○"/>
              <a:defRPr sz="4267"/>
            </a:lvl2pPr>
            <a:lvl3pPr lvl="2">
              <a:spcBef>
                <a:spcPts val="0"/>
              </a:spcBef>
              <a:spcAft>
                <a:spcPts val="0"/>
              </a:spcAft>
              <a:buSzPts val="4267"/>
              <a:buChar char="■"/>
              <a:defRPr sz="4267"/>
            </a:lvl3pPr>
            <a:lvl4pPr lvl="3">
              <a:spcBef>
                <a:spcPts val="0"/>
              </a:spcBef>
              <a:spcAft>
                <a:spcPts val="0"/>
              </a:spcAft>
              <a:buSzPts val="4267"/>
              <a:buChar char="●"/>
              <a:defRPr sz="4267"/>
            </a:lvl4pPr>
            <a:lvl5pPr lvl="4">
              <a:spcBef>
                <a:spcPts val="0"/>
              </a:spcBef>
              <a:spcAft>
                <a:spcPts val="0"/>
              </a:spcAft>
              <a:buSzPts val="4267"/>
              <a:buChar char="○"/>
              <a:defRPr sz="4267"/>
            </a:lvl5pPr>
            <a:lvl6pPr lvl="5">
              <a:spcBef>
                <a:spcPts val="0"/>
              </a:spcBef>
              <a:spcAft>
                <a:spcPts val="0"/>
              </a:spcAft>
              <a:buSzPts val="4267"/>
              <a:buChar char="■"/>
              <a:defRPr sz="4267"/>
            </a:lvl6pPr>
            <a:lvl7pPr lvl="6">
              <a:spcBef>
                <a:spcPts val="0"/>
              </a:spcBef>
              <a:spcAft>
                <a:spcPts val="0"/>
              </a:spcAft>
              <a:buSzPts val="4267"/>
              <a:buChar char="●"/>
              <a:defRPr sz="4267"/>
            </a:lvl7pPr>
            <a:lvl8pPr lvl="7">
              <a:spcBef>
                <a:spcPts val="0"/>
              </a:spcBef>
              <a:spcAft>
                <a:spcPts val="0"/>
              </a:spcAft>
              <a:buSzPts val="4267"/>
              <a:buChar char="○"/>
              <a:defRPr sz="4267"/>
            </a:lvl8pPr>
            <a:lvl9pPr lvl="8">
              <a:spcBef>
                <a:spcPts val="0"/>
              </a:spcBef>
              <a:spcAft>
                <a:spcPts val="0"/>
              </a:spcAft>
              <a:buSzPts val="4267"/>
              <a:buChar char="■"/>
              <a:defRPr sz="4267"/>
            </a:lvl9pPr>
          </a:lstStyle>
          <a:p/>
        </p:txBody>
      </p:sp>
      <p:sp>
        <p:nvSpPr>
          <p:cNvPr id="15" name="Google Shape;15;p5"/>
          <p:cNvSpPr txBox="1"/>
          <p:nvPr>
            <p:ph idx="1" type="body"/>
          </p:nvPr>
        </p:nvSpPr>
        <p:spPr>
          <a:xfrm>
            <a:off x="304800" y="1828800"/>
            <a:ext cx="4470400" cy="5486400"/>
          </a:xfrm>
          <a:prstGeom prst="rect">
            <a:avLst/>
          </a:prstGeom>
          <a:noFill/>
          <a:ln>
            <a:noFill/>
          </a:ln>
        </p:spPr>
        <p:txBody>
          <a:bodyPr anchorCtr="0" anchor="t" bIns="91425" lIns="91425" spcFirstLastPara="1" rIns="91425" wrap="square" tIns="91425">
            <a:noAutofit/>
          </a:bodyPr>
          <a:lstStyle>
            <a:lvl1pPr indent="-397933" lvl="0" marL="457200">
              <a:spcBef>
                <a:spcPts val="0"/>
              </a:spcBef>
              <a:spcAft>
                <a:spcPts val="0"/>
              </a:spcAft>
              <a:buSzPts val="2667"/>
              <a:buChar char="●"/>
              <a:defRPr sz="2667"/>
            </a:lvl1pPr>
            <a:lvl2pPr indent="-397933" lvl="1" marL="914400">
              <a:spcBef>
                <a:spcPts val="0"/>
              </a:spcBef>
              <a:spcAft>
                <a:spcPts val="0"/>
              </a:spcAft>
              <a:buSzPts val="2667"/>
              <a:buChar char="○"/>
              <a:defRPr sz="2667"/>
            </a:lvl2pPr>
            <a:lvl3pPr indent="-397933" lvl="2" marL="1371600">
              <a:spcBef>
                <a:spcPts val="0"/>
              </a:spcBef>
              <a:spcAft>
                <a:spcPts val="0"/>
              </a:spcAft>
              <a:buSzPts val="2667"/>
              <a:buChar char="■"/>
              <a:defRPr sz="2667"/>
            </a:lvl3pPr>
            <a:lvl4pPr indent="-397933" lvl="3" marL="1828800">
              <a:spcBef>
                <a:spcPts val="0"/>
              </a:spcBef>
              <a:spcAft>
                <a:spcPts val="0"/>
              </a:spcAft>
              <a:buSzPts val="2667"/>
              <a:buChar char="●"/>
              <a:defRPr sz="2667"/>
            </a:lvl4pPr>
            <a:lvl5pPr indent="-397933" lvl="4" marL="2286000">
              <a:spcBef>
                <a:spcPts val="0"/>
              </a:spcBef>
              <a:spcAft>
                <a:spcPts val="0"/>
              </a:spcAft>
              <a:buSzPts val="2667"/>
              <a:buChar char="○"/>
              <a:defRPr sz="2667"/>
            </a:lvl5pPr>
            <a:lvl6pPr indent="-397933" lvl="5" marL="2743200">
              <a:spcBef>
                <a:spcPts val="0"/>
              </a:spcBef>
              <a:spcAft>
                <a:spcPts val="0"/>
              </a:spcAft>
              <a:buSzPts val="2667"/>
              <a:buChar char="■"/>
              <a:defRPr sz="2667"/>
            </a:lvl6pPr>
            <a:lvl7pPr indent="-397933" lvl="6" marL="3200400">
              <a:spcBef>
                <a:spcPts val="0"/>
              </a:spcBef>
              <a:spcAft>
                <a:spcPts val="0"/>
              </a:spcAft>
              <a:buSzPts val="2667"/>
              <a:buChar char="●"/>
              <a:defRPr sz="2667"/>
            </a:lvl7pPr>
            <a:lvl8pPr indent="-397933" lvl="7" marL="3657600">
              <a:spcBef>
                <a:spcPts val="0"/>
              </a:spcBef>
              <a:spcAft>
                <a:spcPts val="0"/>
              </a:spcAft>
              <a:buSzPts val="2667"/>
              <a:buChar char="○"/>
              <a:defRPr sz="2667"/>
            </a:lvl8pPr>
            <a:lvl9pPr indent="-397933" lvl="8" marL="4114800">
              <a:spcBef>
                <a:spcPts val="0"/>
              </a:spcBef>
              <a:spcAft>
                <a:spcPts val="0"/>
              </a:spcAft>
              <a:buSzPts val="2667"/>
              <a:buChar char="■"/>
              <a:defRPr sz="2667"/>
            </a:lvl9pPr>
          </a:lstStyle>
          <a:p/>
        </p:txBody>
      </p:sp>
      <p:sp>
        <p:nvSpPr>
          <p:cNvPr id="16" name="Google Shape;16;p5"/>
          <p:cNvSpPr txBox="1"/>
          <p:nvPr>
            <p:ph idx="2" type="body"/>
          </p:nvPr>
        </p:nvSpPr>
        <p:spPr>
          <a:xfrm>
            <a:off x="5384800" y="1828800"/>
            <a:ext cx="4470400" cy="5486400"/>
          </a:xfrm>
          <a:prstGeom prst="rect">
            <a:avLst/>
          </a:prstGeom>
          <a:noFill/>
          <a:ln>
            <a:noFill/>
          </a:ln>
        </p:spPr>
        <p:txBody>
          <a:bodyPr anchorCtr="0" anchor="t" bIns="91425" lIns="91425" spcFirstLastPara="1" rIns="91425" wrap="square" tIns="91425">
            <a:noAutofit/>
          </a:bodyPr>
          <a:lstStyle>
            <a:lvl1pPr indent="-397933" lvl="0" marL="457200">
              <a:spcBef>
                <a:spcPts val="0"/>
              </a:spcBef>
              <a:spcAft>
                <a:spcPts val="0"/>
              </a:spcAft>
              <a:buSzPts val="2667"/>
              <a:buChar char="●"/>
              <a:defRPr sz="2667"/>
            </a:lvl1pPr>
            <a:lvl2pPr indent="-397933" lvl="1" marL="914400">
              <a:spcBef>
                <a:spcPts val="0"/>
              </a:spcBef>
              <a:spcAft>
                <a:spcPts val="0"/>
              </a:spcAft>
              <a:buSzPts val="2667"/>
              <a:buChar char="○"/>
              <a:defRPr sz="2667"/>
            </a:lvl2pPr>
            <a:lvl3pPr indent="-397933" lvl="2" marL="1371600">
              <a:spcBef>
                <a:spcPts val="0"/>
              </a:spcBef>
              <a:spcAft>
                <a:spcPts val="0"/>
              </a:spcAft>
              <a:buSzPts val="2667"/>
              <a:buChar char="■"/>
              <a:defRPr sz="2667"/>
            </a:lvl3pPr>
            <a:lvl4pPr indent="-397933" lvl="3" marL="1828800">
              <a:spcBef>
                <a:spcPts val="0"/>
              </a:spcBef>
              <a:spcAft>
                <a:spcPts val="0"/>
              </a:spcAft>
              <a:buSzPts val="2667"/>
              <a:buChar char="●"/>
              <a:defRPr sz="2667"/>
            </a:lvl4pPr>
            <a:lvl5pPr indent="-397933" lvl="4" marL="2286000">
              <a:spcBef>
                <a:spcPts val="0"/>
              </a:spcBef>
              <a:spcAft>
                <a:spcPts val="0"/>
              </a:spcAft>
              <a:buSzPts val="2667"/>
              <a:buChar char="○"/>
              <a:defRPr sz="2667"/>
            </a:lvl5pPr>
            <a:lvl6pPr indent="-397933" lvl="5" marL="2743200">
              <a:spcBef>
                <a:spcPts val="0"/>
              </a:spcBef>
              <a:spcAft>
                <a:spcPts val="0"/>
              </a:spcAft>
              <a:buSzPts val="2667"/>
              <a:buChar char="■"/>
              <a:defRPr sz="2667"/>
            </a:lvl6pPr>
            <a:lvl7pPr indent="-397933" lvl="6" marL="3200400">
              <a:spcBef>
                <a:spcPts val="0"/>
              </a:spcBef>
              <a:spcAft>
                <a:spcPts val="0"/>
              </a:spcAft>
              <a:buSzPts val="2667"/>
              <a:buChar char="●"/>
              <a:defRPr sz="2667"/>
            </a:lvl7pPr>
            <a:lvl8pPr indent="-397933" lvl="7" marL="3657600">
              <a:spcBef>
                <a:spcPts val="0"/>
              </a:spcBef>
              <a:spcAft>
                <a:spcPts val="0"/>
              </a:spcAft>
              <a:buSzPts val="2667"/>
              <a:buChar char="○"/>
              <a:defRPr sz="2667"/>
            </a:lvl8pPr>
            <a:lvl9pPr indent="-397933" lvl="8" marL="4114800">
              <a:spcBef>
                <a:spcPts val="0"/>
              </a:spcBef>
              <a:spcAft>
                <a:spcPts val="0"/>
              </a:spcAft>
              <a:buSzPts val="2667"/>
              <a:buChar char="■"/>
              <a:defRPr sz="2667"/>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 name="Shape 17"/>
        <p:cNvGrpSpPr/>
        <p:nvPr/>
      </p:nvGrpSpPr>
      <p:grpSpPr>
        <a:xfrm>
          <a:off x="0" y="0"/>
          <a:ext cx="0" cy="0"/>
          <a:chOff x="0" y="0"/>
          <a:chExt cx="0" cy="0"/>
        </a:xfrm>
      </p:grpSpPr>
      <p:sp>
        <p:nvSpPr>
          <p:cNvPr id="18" name="Google Shape;18;p6"/>
          <p:cNvSpPr txBox="1"/>
          <p:nvPr>
            <p:ph idx="1" type="body"/>
          </p:nvPr>
        </p:nvSpPr>
        <p:spPr>
          <a:xfrm>
            <a:off x="304800" y="6705600"/>
            <a:ext cx="9550400" cy="609600"/>
          </a:xfrm>
          <a:prstGeom prst="rect">
            <a:avLst/>
          </a:prstGeom>
          <a:noFill/>
          <a:ln>
            <a:noFill/>
          </a:ln>
        </p:spPr>
        <p:txBody>
          <a:bodyPr anchorCtr="0" anchor="t" bIns="91425" lIns="91425" spcFirstLastPara="1" rIns="91425" wrap="square" tIns="91425">
            <a:noAutofit/>
          </a:bodyPr>
          <a:lstStyle>
            <a:lvl1pPr indent="-431800" lvl="0" marL="457200" algn="ctr">
              <a:spcBef>
                <a:spcPts val="0"/>
              </a:spcBef>
              <a:spcAft>
                <a:spcPts val="0"/>
              </a:spcAft>
              <a:buSzPts val="3200"/>
              <a:buChar char="●"/>
              <a:defRPr sz="3200"/>
            </a:lvl1pPr>
            <a:lvl2pPr indent="-431800" lvl="1" marL="914400" algn="ctr">
              <a:spcBef>
                <a:spcPts val="0"/>
              </a:spcBef>
              <a:spcAft>
                <a:spcPts val="0"/>
              </a:spcAft>
              <a:buSzPts val="3200"/>
              <a:buChar char="○"/>
              <a:defRPr sz="3200"/>
            </a:lvl2pPr>
            <a:lvl3pPr indent="-431800" lvl="2" marL="1371600" algn="ctr">
              <a:spcBef>
                <a:spcPts val="0"/>
              </a:spcBef>
              <a:spcAft>
                <a:spcPts val="0"/>
              </a:spcAft>
              <a:buSzPts val="3200"/>
              <a:buChar char="■"/>
              <a:defRPr sz="3200"/>
            </a:lvl3pPr>
            <a:lvl4pPr indent="-431800" lvl="3" marL="1828800" algn="ctr">
              <a:spcBef>
                <a:spcPts val="0"/>
              </a:spcBef>
              <a:spcAft>
                <a:spcPts val="0"/>
              </a:spcAft>
              <a:buSzPts val="3200"/>
              <a:buChar char="●"/>
              <a:defRPr sz="3200"/>
            </a:lvl4pPr>
            <a:lvl5pPr indent="-431800" lvl="4" marL="2286000" algn="ctr">
              <a:spcBef>
                <a:spcPts val="0"/>
              </a:spcBef>
              <a:spcAft>
                <a:spcPts val="0"/>
              </a:spcAft>
              <a:buSzPts val="3200"/>
              <a:buChar char="○"/>
              <a:defRPr sz="3200"/>
            </a:lvl5pPr>
            <a:lvl6pPr indent="-431800" lvl="5" marL="2743200" algn="ctr">
              <a:spcBef>
                <a:spcPts val="0"/>
              </a:spcBef>
              <a:spcAft>
                <a:spcPts val="0"/>
              </a:spcAft>
              <a:buSzPts val="3200"/>
              <a:buChar char="■"/>
              <a:defRPr sz="3200"/>
            </a:lvl6pPr>
            <a:lvl7pPr indent="-431800" lvl="6" marL="3200400" algn="ctr">
              <a:spcBef>
                <a:spcPts val="0"/>
              </a:spcBef>
              <a:spcAft>
                <a:spcPts val="0"/>
              </a:spcAft>
              <a:buSzPts val="3200"/>
              <a:buChar char="●"/>
              <a:defRPr sz="3200"/>
            </a:lvl7pPr>
            <a:lvl8pPr indent="-431800" lvl="7" marL="3657600" algn="ctr">
              <a:spcBef>
                <a:spcPts val="0"/>
              </a:spcBef>
              <a:spcAft>
                <a:spcPts val="0"/>
              </a:spcAft>
              <a:buSzPts val="3200"/>
              <a:buChar char="○"/>
              <a:defRPr sz="3200"/>
            </a:lvl8pPr>
            <a:lvl9pPr indent="-431800" lvl="8" marL="4114800" algn="ctr">
              <a:spcBef>
                <a:spcPts val="0"/>
              </a:spcBef>
              <a:spcAft>
                <a:spcPts val="0"/>
              </a:spcAft>
              <a:buSzPts val="3200"/>
              <a:buChar char="■"/>
              <a:defRPr sz="32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7.jpg"/><Relationship Id="rId11" Type="http://schemas.openxmlformats.org/officeDocument/2006/relationships/image" Target="../media/image16.png"/><Relationship Id="rId10" Type="http://schemas.openxmlformats.org/officeDocument/2006/relationships/image" Target="../media/image7.png"/><Relationship Id="rId9"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3.png"/><Relationship Id="rId8"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6.png"/><Relationship Id="rId11" Type="http://schemas.openxmlformats.org/officeDocument/2006/relationships/image" Target="../media/image18.png"/><Relationship Id="rId10" Type="http://schemas.openxmlformats.org/officeDocument/2006/relationships/image" Target="../media/image10.png"/><Relationship Id="rId12" Type="http://schemas.openxmlformats.org/officeDocument/2006/relationships/image" Target="../media/image23.png"/><Relationship Id="rId9" Type="http://schemas.openxmlformats.org/officeDocument/2006/relationships/image" Target="../media/image14.png"/><Relationship Id="rId5" Type="http://schemas.openxmlformats.org/officeDocument/2006/relationships/image" Target="../media/image9.png"/><Relationship Id="rId6" Type="http://schemas.openxmlformats.org/officeDocument/2006/relationships/image" Target="../media/image22.png"/><Relationship Id="rId7" Type="http://schemas.openxmlformats.org/officeDocument/2006/relationships/image" Target="../media/image12.png"/><Relationship Id="rId8"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4.png"/><Relationship Id="rId7" Type="http://schemas.openxmlformats.org/officeDocument/2006/relationships/image" Target="../media/image24.png"/><Relationship Id="rId8"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6.png"/><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8.png"/><Relationship Id="rId11" Type="http://schemas.openxmlformats.org/officeDocument/2006/relationships/image" Target="../media/image30.png"/><Relationship Id="rId10" Type="http://schemas.openxmlformats.org/officeDocument/2006/relationships/image" Target="../media/image42.png"/><Relationship Id="rId9" Type="http://schemas.openxmlformats.org/officeDocument/2006/relationships/image" Target="../media/image32.png"/><Relationship Id="rId5" Type="http://schemas.openxmlformats.org/officeDocument/2006/relationships/image" Target="../media/image63.png"/><Relationship Id="rId6" Type="http://schemas.openxmlformats.org/officeDocument/2006/relationships/image" Target="../media/image29.png"/><Relationship Id="rId7" Type="http://schemas.openxmlformats.org/officeDocument/2006/relationships/image" Target="../media/image37.png"/><Relationship Id="rId8" Type="http://schemas.openxmlformats.org/officeDocument/2006/relationships/image" Target="../media/image3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4.png"/><Relationship Id="rId4" Type="http://schemas.openxmlformats.org/officeDocument/2006/relationships/image" Target="../media/image34.png"/><Relationship Id="rId9" Type="http://schemas.openxmlformats.org/officeDocument/2006/relationships/image" Target="../media/image30.png"/><Relationship Id="rId5" Type="http://schemas.openxmlformats.org/officeDocument/2006/relationships/image" Target="../media/image40.png"/><Relationship Id="rId6" Type="http://schemas.openxmlformats.org/officeDocument/2006/relationships/image" Target="../media/image35.png"/><Relationship Id="rId7" Type="http://schemas.openxmlformats.org/officeDocument/2006/relationships/image" Target="../media/image33.png"/><Relationship Id="rId8" Type="http://schemas.openxmlformats.org/officeDocument/2006/relationships/image" Target="../media/image3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8.png"/><Relationship Id="rId4" Type="http://schemas.openxmlformats.org/officeDocument/2006/relationships/image" Target="../media/image46.png"/><Relationship Id="rId9" Type="http://schemas.openxmlformats.org/officeDocument/2006/relationships/image" Target="../media/image30.png"/><Relationship Id="rId5" Type="http://schemas.openxmlformats.org/officeDocument/2006/relationships/image" Target="../media/image25.png"/><Relationship Id="rId6" Type="http://schemas.openxmlformats.org/officeDocument/2006/relationships/image" Target="../media/image43.png"/><Relationship Id="rId7" Type="http://schemas.openxmlformats.org/officeDocument/2006/relationships/image" Target="../media/image41.png"/><Relationship Id="rId8" Type="http://schemas.openxmlformats.org/officeDocument/2006/relationships/image" Target="../media/image4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5.png"/><Relationship Id="rId4" Type="http://schemas.openxmlformats.org/officeDocument/2006/relationships/image" Target="../media/image45.png"/><Relationship Id="rId5" Type="http://schemas.openxmlformats.org/officeDocument/2006/relationships/image" Target="../media/image57.png"/><Relationship Id="rId6"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58.png"/><Relationship Id="rId5" Type="http://schemas.openxmlformats.org/officeDocument/2006/relationships/image" Target="../media/image60.png"/><Relationship Id="rId6" Type="http://schemas.openxmlformats.org/officeDocument/2006/relationships/image" Target="../media/image49.png"/><Relationship Id="rId7" Type="http://schemas.openxmlformats.org/officeDocument/2006/relationships/image" Target="../media/image52.png"/><Relationship Id="rId8" Type="http://schemas.openxmlformats.org/officeDocument/2006/relationships/image" Target="../media/image4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9.png"/><Relationship Id="rId4" Type="http://schemas.openxmlformats.org/officeDocument/2006/relationships/hyperlink" Target="http://www.asianelephant.info/" TargetMode="External"/><Relationship Id="rId5" Type="http://schemas.openxmlformats.org/officeDocument/2006/relationships/hyperlink" Target="http://www.asianelephant.info/" TargetMode="External"/><Relationship Id="rId6" Type="http://schemas.openxmlformats.org/officeDocument/2006/relationships/hyperlink" Target="http://www.asianelephant.info/"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4.jpg"/><Relationship Id="rId4" Type="http://schemas.openxmlformats.org/officeDocument/2006/relationships/image" Target="../media/image5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0.png"/><Relationship Id="rId4" Type="http://schemas.openxmlformats.org/officeDocument/2006/relationships/image" Target="../media/image5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2.png"/><Relationship Id="rId4" Type="http://schemas.openxmlformats.org/officeDocument/2006/relationships/image" Target="../media/image6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5.png"/><Relationship Id="rId4" Type="http://schemas.openxmlformats.org/officeDocument/2006/relationships/image" Target="../media/image6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73.png"/><Relationship Id="rId4" Type="http://schemas.openxmlformats.org/officeDocument/2006/relationships/image" Target="../media/image70.png"/><Relationship Id="rId5" Type="http://schemas.openxmlformats.org/officeDocument/2006/relationships/image" Target="../media/image7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83.jpg"/><Relationship Id="rId4" Type="http://schemas.openxmlformats.org/officeDocument/2006/relationships/image" Target="../media/image8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79.png"/><Relationship Id="rId4" Type="http://schemas.openxmlformats.org/officeDocument/2006/relationships/image" Target="../media/image76.png"/><Relationship Id="rId5" Type="http://schemas.openxmlformats.org/officeDocument/2006/relationships/image" Target="../media/image6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7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72.png"/><Relationship Id="rId4" Type="http://schemas.openxmlformats.org/officeDocument/2006/relationships/image" Target="../media/image74.png"/><Relationship Id="rId10" Type="http://schemas.openxmlformats.org/officeDocument/2006/relationships/image" Target="../media/image82.png"/><Relationship Id="rId9" Type="http://schemas.openxmlformats.org/officeDocument/2006/relationships/image" Target="../media/image88.png"/><Relationship Id="rId5" Type="http://schemas.openxmlformats.org/officeDocument/2006/relationships/image" Target="../media/image78.png"/><Relationship Id="rId6" Type="http://schemas.openxmlformats.org/officeDocument/2006/relationships/image" Target="../media/image77.png"/><Relationship Id="rId7" Type="http://schemas.openxmlformats.org/officeDocument/2006/relationships/image" Target="../media/image80.png"/><Relationship Id="rId8" Type="http://schemas.openxmlformats.org/officeDocument/2006/relationships/image" Target="../media/image8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95.png"/><Relationship Id="rId4" Type="http://schemas.openxmlformats.org/officeDocument/2006/relationships/image" Target="../media/image78.png"/><Relationship Id="rId11" Type="http://schemas.openxmlformats.org/officeDocument/2006/relationships/image" Target="../media/image87.png"/><Relationship Id="rId10" Type="http://schemas.openxmlformats.org/officeDocument/2006/relationships/image" Target="../media/image84.png"/><Relationship Id="rId9" Type="http://schemas.openxmlformats.org/officeDocument/2006/relationships/image" Target="../media/image103.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92.png"/><Relationship Id="rId8" Type="http://schemas.openxmlformats.org/officeDocument/2006/relationships/image" Target="../media/image9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96.png"/><Relationship Id="rId4" Type="http://schemas.openxmlformats.org/officeDocument/2006/relationships/image" Target="../media/image97.png"/><Relationship Id="rId9" Type="http://schemas.openxmlformats.org/officeDocument/2006/relationships/image" Target="../media/image104.png"/><Relationship Id="rId5" Type="http://schemas.openxmlformats.org/officeDocument/2006/relationships/image" Target="../media/image100.png"/><Relationship Id="rId6" Type="http://schemas.openxmlformats.org/officeDocument/2006/relationships/image" Target="../media/image78.png"/><Relationship Id="rId7" Type="http://schemas.openxmlformats.org/officeDocument/2006/relationships/image" Target="../media/image89.png"/><Relationship Id="rId8" Type="http://schemas.openxmlformats.org/officeDocument/2006/relationships/image" Target="../media/image9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93.png"/><Relationship Id="rId4" Type="http://schemas.openxmlformats.org/officeDocument/2006/relationships/image" Target="../media/image98.png"/><Relationship Id="rId11" Type="http://schemas.openxmlformats.org/officeDocument/2006/relationships/image" Target="../media/image105.png"/><Relationship Id="rId10" Type="http://schemas.openxmlformats.org/officeDocument/2006/relationships/image" Target="../media/image106.png"/><Relationship Id="rId9" Type="http://schemas.openxmlformats.org/officeDocument/2006/relationships/image" Target="../media/image102.png"/><Relationship Id="rId5" Type="http://schemas.openxmlformats.org/officeDocument/2006/relationships/image" Target="../media/image101.png"/><Relationship Id="rId6" Type="http://schemas.openxmlformats.org/officeDocument/2006/relationships/image" Target="../media/image94.png"/><Relationship Id="rId7" Type="http://schemas.openxmlformats.org/officeDocument/2006/relationships/image" Target="../media/image99.png"/><Relationship Id="rId8" Type="http://schemas.openxmlformats.org/officeDocument/2006/relationships/image" Target="../media/image7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7"/>
          <p:cNvSpPr txBox="1"/>
          <p:nvPr>
            <p:ph type="title"/>
          </p:nvPr>
        </p:nvSpPr>
        <p:spPr>
          <a:xfrm>
            <a:off x="610300" y="2506475"/>
            <a:ext cx="9015575" cy="2643373"/>
          </a:xfrm>
          <a:prstGeom prst="rect">
            <a:avLst/>
          </a:prstGeom>
          <a:noFill/>
          <a:ln>
            <a:noFill/>
          </a:ln>
        </p:spPr>
        <p:txBody>
          <a:bodyPr anchorCtr="0" anchor="ctr" bIns="38100" lIns="38100" spcFirstLastPara="1" rIns="38100" wrap="square" tIns="38100">
            <a:noAutofit/>
          </a:bodyPr>
          <a:lstStyle/>
          <a:p>
            <a:pPr indent="0" lvl="0" marL="0" marR="0" rtl="0" algn="ctr">
              <a:lnSpc>
                <a:spcPct val="119886"/>
              </a:lnSpc>
              <a:spcBef>
                <a:spcPts val="0"/>
              </a:spcBef>
              <a:spcAft>
                <a:spcPts val="0"/>
              </a:spcAft>
              <a:buNone/>
            </a:pPr>
            <a:r>
              <a:rPr lang="en-US" sz="4889">
                <a:solidFill>
                  <a:srgbClr val="17365D"/>
                </a:solidFill>
                <a:latin typeface="Arial"/>
                <a:ea typeface="Arial"/>
                <a:cs typeface="Arial"/>
                <a:sym typeface="Arial"/>
              </a:rPr>
              <a:t>An Automated Elephant Recognition System for collaborative Habitat Monitoring</a:t>
            </a:r>
            <a:endParaRPr sz="1333">
              <a:solidFill>
                <a:srgbClr val="000000"/>
              </a:solidFill>
              <a:latin typeface="Arial"/>
              <a:ea typeface="Arial"/>
              <a:cs typeface="Arial"/>
              <a:sym typeface="Arial"/>
            </a:endParaRPr>
          </a:p>
        </p:txBody>
      </p:sp>
      <p:sp>
        <p:nvSpPr>
          <p:cNvPr id="24" name="Google Shape;24;p7"/>
          <p:cNvSpPr txBox="1"/>
          <p:nvPr/>
        </p:nvSpPr>
        <p:spPr>
          <a:xfrm>
            <a:off x="610300" y="5469800"/>
            <a:ext cx="9015575" cy="1362075"/>
          </a:xfrm>
          <a:prstGeom prst="rect">
            <a:avLst/>
          </a:prstGeom>
          <a:noFill/>
          <a:ln>
            <a:noFill/>
          </a:ln>
        </p:spPr>
        <p:txBody>
          <a:bodyPr anchorCtr="0" anchor="t" bIns="38100" lIns="38100" spcFirstLastPara="1" rIns="38100" wrap="square" tIns="38100">
            <a:noAutofit/>
          </a:bodyPr>
          <a:lstStyle/>
          <a:p>
            <a:pPr indent="0" lvl="0" marL="0" marR="0" rtl="0" algn="ctr">
              <a:lnSpc>
                <a:spcPct val="120312"/>
              </a:lnSpc>
              <a:spcBef>
                <a:spcPts val="0"/>
              </a:spcBef>
              <a:spcAft>
                <a:spcPts val="0"/>
              </a:spcAft>
              <a:buNone/>
            </a:pPr>
            <a:r>
              <a:rPr lang="en-US" sz="1778">
                <a:solidFill>
                  <a:srgbClr val="000000"/>
                </a:solidFill>
                <a:latin typeface="Arial"/>
                <a:ea typeface="Arial"/>
                <a:cs typeface="Arial"/>
                <a:sym typeface="Arial"/>
              </a:rPr>
              <a:t>Ranga Dabarera</a:t>
            </a:r>
            <a:r>
              <a:rPr baseline="30000" lang="en-US" sz="1778">
                <a:solidFill>
                  <a:srgbClr val="000000"/>
                </a:solidFill>
                <a:latin typeface="Arial"/>
                <a:ea typeface="Arial"/>
                <a:cs typeface="Arial"/>
                <a:sym typeface="Arial"/>
              </a:rPr>
              <a:t>1</a:t>
            </a:r>
            <a:r>
              <a:rPr lang="en-US" sz="1778">
                <a:solidFill>
                  <a:srgbClr val="000000"/>
                </a:solidFill>
                <a:latin typeface="Arial"/>
                <a:ea typeface="Arial"/>
                <a:cs typeface="Arial"/>
                <a:sym typeface="Arial"/>
              </a:rPr>
              <a:t>, Ranga Rodrigo</a:t>
            </a:r>
            <a:r>
              <a:rPr baseline="30000" lang="en-US" sz="1778">
                <a:solidFill>
                  <a:srgbClr val="000000"/>
                </a:solidFill>
                <a:latin typeface="Arial"/>
                <a:ea typeface="Arial"/>
                <a:cs typeface="Arial"/>
                <a:sym typeface="Arial"/>
              </a:rPr>
              <a:t>1</a:t>
            </a:r>
            <a:r>
              <a:rPr lang="en-US" sz="1778">
                <a:solidFill>
                  <a:srgbClr val="000000"/>
                </a:solidFill>
                <a:latin typeface="Arial"/>
                <a:ea typeface="Arial"/>
                <a:cs typeface="Arial"/>
                <a:sym typeface="Arial"/>
              </a:rPr>
              <a:t>, Ayesha Matharage</a:t>
            </a:r>
            <a:r>
              <a:rPr baseline="30000" lang="en-US" sz="1778">
                <a:solidFill>
                  <a:srgbClr val="000000"/>
                </a:solidFill>
                <a:latin typeface="Arial"/>
                <a:ea typeface="Arial"/>
                <a:cs typeface="Arial"/>
                <a:sym typeface="Arial"/>
              </a:rPr>
              <a:t>1</a:t>
            </a:r>
            <a:r>
              <a:rPr lang="en-US" sz="1778">
                <a:solidFill>
                  <a:srgbClr val="000000"/>
                </a:solidFill>
                <a:latin typeface="Arial"/>
                <a:ea typeface="Arial"/>
                <a:cs typeface="Arial"/>
                <a:sym typeface="Arial"/>
              </a:rPr>
              <a:t>, Chandeep Corea</a:t>
            </a:r>
            <a:r>
              <a:rPr baseline="30000" lang="en-US" sz="1778">
                <a:solidFill>
                  <a:srgbClr val="000000"/>
                </a:solidFill>
                <a:latin typeface="Arial"/>
                <a:ea typeface="Arial"/>
                <a:cs typeface="Arial"/>
                <a:sym typeface="Arial"/>
              </a:rPr>
              <a:t>2</a:t>
            </a:r>
            <a:r>
              <a:rPr lang="en-US" sz="1778">
                <a:solidFill>
                  <a:srgbClr val="000000"/>
                </a:solidFill>
                <a:latin typeface="Arial"/>
                <a:ea typeface="Arial"/>
                <a:cs typeface="Arial"/>
                <a:sym typeface="Arial"/>
              </a:rPr>
              <a:t> and Ravi Corea</a:t>
            </a:r>
            <a:r>
              <a:rPr baseline="30000" lang="en-US" sz="1778">
                <a:solidFill>
                  <a:srgbClr val="000000"/>
                </a:solidFill>
                <a:latin typeface="Arial"/>
                <a:ea typeface="Arial"/>
                <a:cs typeface="Arial"/>
                <a:sym typeface="Arial"/>
              </a:rPr>
              <a:t>2</a:t>
            </a:r>
            <a:endParaRPr baseline="30000" sz="1778">
              <a:solidFill>
                <a:srgbClr val="000000"/>
              </a:solidFill>
              <a:latin typeface="Arial"/>
              <a:ea typeface="Arial"/>
              <a:cs typeface="Arial"/>
              <a:sym typeface="Arial"/>
            </a:endParaRPr>
          </a:p>
          <a:p>
            <a:pPr indent="0" lvl="0" marL="0" marR="0" rtl="0" algn="ctr">
              <a:lnSpc>
                <a:spcPct val="120312"/>
              </a:lnSpc>
              <a:spcBef>
                <a:spcPts val="0"/>
              </a:spcBef>
              <a:spcAft>
                <a:spcPts val="0"/>
              </a:spcAft>
              <a:buNone/>
            </a:pPr>
            <a:r>
              <a:rPr baseline="30000" lang="en-US" sz="1778">
                <a:solidFill>
                  <a:srgbClr val="000000"/>
                </a:solidFill>
                <a:latin typeface="Arial"/>
                <a:ea typeface="Arial"/>
                <a:cs typeface="Arial"/>
                <a:sym typeface="Arial"/>
              </a:rPr>
              <a:t>1</a:t>
            </a:r>
            <a:r>
              <a:rPr lang="en-US" sz="1778">
                <a:solidFill>
                  <a:srgbClr val="000000"/>
                </a:solidFill>
                <a:latin typeface="Arial"/>
                <a:ea typeface="Arial"/>
                <a:cs typeface="Arial"/>
                <a:sym typeface="Arial"/>
              </a:rPr>
              <a:t>Department of Electronic and Telecommunication Engineering, </a:t>
            </a:r>
            <a:endParaRPr sz="1778">
              <a:solidFill>
                <a:srgbClr val="000000"/>
              </a:solidFill>
              <a:latin typeface="Arial"/>
              <a:ea typeface="Arial"/>
              <a:cs typeface="Arial"/>
              <a:sym typeface="Arial"/>
            </a:endParaRPr>
          </a:p>
          <a:p>
            <a:pPr indent="0" lvl="0" marL="0" marR="0" rtl="0" algn="ctr">
              <a:lnSpc>
                <a:spcPct val="120312"/>
              </a:lnSpc>
              <a:spcBef>
                <a:spcPts val="0"/>
              </a:spcBef>
              <a:spcAft>
                <a:spcPts val="0"/>
              </a:spcAft>
              <a:buNone/>
            </a:pPr>
            <a:r>
              <a:rPr lang="en-US" sz="1778">
                <a:solidFill>
                  <a:srgbClr val="000000"/>
                </a:solidFill>
                <a:latin typeface="Arial"/>
                <a:ea typeface="Arial"/>
                <a:cs typeface="Arial"/>
                <a:sym typeface="Arial"/>
              </a:rPr>
              <a:t>University of Moratuwa, Sri Lanka</a:t>
            </a:r>
            <a:endParaRPr sz="1778">
              <a:solidFill>
                <a:srgbClr val="000000"/>
              </a:solidFill>
              <a:latin typeface="Arial"/>
              <a:ea typeface="Arial"/>
              <a:cs typeface="Arial"/>
              <a:sym typeface="Arial"/>
            </a:endParaRPr>
          </a:p>
          <a:p>
            <a:pPr indent="0" lvl="0" marL="0" marR="0" rtl="0" algn="ctr">
              <a:lnSpc>
                <a:spcPct val="120312"/>
              </a:lnSpc>
              <a:spcBef>
                <a:spcPts val="0"/>
              </a:spcBef>
              <a:spcAft>
                <a:spcPts val="0"/>
              </a:spcAft>
              <a:buNone/>
            </a:pPr>
            <a:r>
              <a:rPr baseline="30000" lang="en-US" sz="1778">
                <a:solidFill>
                  <a:srgbClr val="000000"/>
                </a:solidFill>
                <a:latin typeface="Arial"/>
                <a:ea typeface="Arial"/>
                <a:cs typeface="Arial"/>
                <a:sym typeface="Arial"/>
              </a:rPr>
              <a:t>2</a:t>
            </a:r>
            <a:r>
              <a:rPr lang="en-US" sz="1778">
                <a:solidFill>
                  <a:srgbClr val="000000"/>
                </a:solidFill>
                <a:latin typeface="Arial"/>
                <a:ea typeface="Arial"/>
                <a:cs typeface="Arial"/>
                <a:sym typeface="Arial"/>
              </a:rPr>
              <a:t>Sri Lanka Wildlife Conservation Society, Dehiwala, Sri Lanka</a:t>
            </a:r>
            <a:endParaRPr sz="1778">
              <a:solidFill>
                <a:srgbClr val="000000"/>
              </a:solidFill>
              <a:latin typeface="Arial"/>
              <a:ea typeface="Arial"/>
              <a:cs typeface="Arial"/>
              <a:sym typeface="Arial"/>
            </a:endParaRPr>
          </a:p>
          <a:p>
            <a:pPr indent="0" lvl="0" marL="0" marR="0" rtl="0" algn="l">
              <a:lnSpc>
                <a:spcPct val="120089"/>
              </a:lnSpc>
              <a:spcBef>
                <a:spcPts val="563"/>
              </a:spcBef>
              <a:spcAft>
                <a:spcPts val="0"/>
              </a:spcAft>
              <a:buNone/>
            </a:pPr>
            <a:r>
              <a:t/>
            </a:r>
            <a:endParaRPr sz="3111">
              <a:solidFill>
                <a:srgbClr val="000000"/>
              </a:solidFill>
              <a:latin typeface="Arial"/>
              <a:ea typeface="Arial"/>
              <a:cs typeface="Arial"/>
              <a:sym typeface="Arial"/>
            </a:endParaRPr>
          </a:p>
        </p:txBody>
      </p:sp>
      <p:sp>
        <p:nvSpPr>
          <p:cNvPr id="25" name="Google Shape;25;p7"/>
          <p:cNvSpPr txBox="1"/>
          <p:nvPr/>
        </p:nvSpPr>
        <p:spPr>
          <a:xfrm>
            <a:off x="0" y="0"/>
            <a:ext cx="10160100" cy="937200"/>
          </a:xfrm>
          <a:prstGeom prst="rect">
            <a:avLst/>
          </a:prstGeom>
          <a:noFill/>
          <a:ln>
            <a:noFill/>
          </a:ln>
        </p:spPr>
        <p:txBody>
          <a:bodyPr anchorCtr="0" anchor="t" bIns="91425" lIns="91425" spcFirstLastPara="1" rIns="91425" wrap="square" tIns="91425">
            <a:spAutoFit/>
          </a:bodyPr>
          <a:lstStyle/>
          <a:p>
            <a:pPr indent="0" lvl="0" marL="0" rtl="0" algn="ctr">
              <a:lnSpc>
                <a:spcPct val="119886"/>
              </a:lnSpc>
              <a:spcBef>
                <a:spcPts val="0"/>
              </a:spcBef>
              <a:spcAft>
                <a:spcPts val="0"/>
              </a:spcAft>
              <a:buNone/>
            </a:pPr>
            <a:r>
              <a:rPr lang="en-US" sz="4889">
                <a:solidFill>
                  <a:srgbClr val="17365D"/>
                </a:solidFill>
              </a:rPr>
              <a:t>eleID and AsianElephant.info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pic>
        <p:nvPicPr>
          <p:cNvPr id="30" name="Google Shape;30;p8"/>
          <p:cNvPicPr preferRelativeResize="0"/>
          <p:nvPr/>
        </p:nvPicPr>
        <p:blipFill>
          <a:blip r:embed="rId3">
            <a:alphaModFix/>
          </a:blip>
          <a:stretch>
            <a:fillRect/>
          </a:stretch>
        </p:blipFill>
        <p:spPr>
          <a:xfrm>
            <a:off x="497400" y="296325"/>
            <a:ext cx="9165150" cy="1756825"/>
          </a:xfrm>
          <a:prstGeom prst="rect">
            <a:avLst/>
          </a:prstGeom>
          <a:noFill/>
          <a:ln>
            <a:noFill/>
          </a:ln>
        </p:spPr>
      </p:pic>
      <p:pic>
        <p:nvPicPr>
          <p:cNvPr id="31" name="Google Shape;31;p8"/>
          <p:cNvPicPr preferRelativeResize="0"/>
          <p:nvPr/>
        </p:nvPicPr>
        <p:blipFill>
          <a:blip r:embed="rId4">
            <a:alphaModFix/>
          </a:blip>
          <a:stretch>
            <a:fillRect/>
          </a:stretch>
        </p:blipFill>
        <p:spPr>
          <a:xfrm>
            <a:off x="243400" y="1629825"/>
            <a:ext cx="9916575" cy="5545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9"/>
          <p:cNvSpPr txBox="1"/>
          <p:nvPr>
            <p:ph type="title"/>
          </p:nvPr>
        </p:nvSpPr>
        <p:spPr>
          <a:xfrm>
            <a:off x="102300" y="356300"/>
            <a:ext cx="10031575" cy="1243875"/>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4000">
                <a:solidFill>
                  <a:srgbClr val="17365D"/>
                </a:solidFill>
                <a:latin typeface="Arial"/>
                <a:ea typeface="Arial"/>
                <a:cs typeface="Arial"/>
                <a:sym typeface="Arial"/>
              </a:rPr>
              <a:t>Automated Elephant Recognition System</a:t>
            </a:r>
            <a:endParaRPr sz="4000">
              <a:solidFill>
                <a:srgbClr val="17365D"/>
              </a:solidFill>
              <a:latin typeface="Arial"/>
              <a:ea typeface="Arial"/>
              <a:cs typeface="Arial"/>
              <a:sym typeface="Arial"/>
            </a:endParaRPr>
          </a:p>
        </p:txBody>
      </p:sp>
      <p:pic>
        <p:nvPicPr>
          <p:cNvPr id="37" name="Google Shape;37;p9"/>
          <p:cNvPicPr preferRelativeResize="0"/>
          <p:nvPr/>
        </p:nvPicPr>
        <p:blipFill>
          <a:blip r:embed="rId3">
            <a:alphaModFix/>
          </a:blip>
          <a:stretch>
            <a:fillRect/>
          </a:stretch>
        </p:blipFill>
        <p:spPr>
          <a:xfrm>
            <a:off x="2444750" y="3376075"/>
            <a:ext cx="2180150" cy="1132400"/>
          </a:xfrm>
          <a:prstGeom prst="rect">
            <a:avLst/>
          </a:prstGeom>
          <a:noFill/>
          <a:ln>
            <a:noFill/>
          </a:ln>
        </p:spPr>
      </p:pic>
      <p:pic>
        <p:nvPicPr>
          <p:cNvPr id="38" name="Google Shape;38;p9"/>
          <p:cNvPicPr preferRelativeResize="0"/>
          <p:nvPr/>
        </p:nvPicPr>
        <p:blipFill>
          <a:blip r:embed="rId4">
            <a:alphaModFix/>
          </a:blip>
          <a:stretch>
            <a:fillRect/>
          </a:stretch>
        </p:blipFill>
        <p:spPr>
          <a:xfrm>
            <a:off x="6942650" y="3132650"/>
            <a:ext cx="1598075" cy="1926150"/>
          </a:xfrm>
          <a:prstGeom prst="rect">
            <a:avLst/>
          </a:prstGeom>
          <a:noFill/>
          <a:ln>
            <a:noFill/>
          </a:ln>
        </p:spPr>
      </p:pic>
      <p:pic>
        <p:nvPicPr>
          <p:cNvPr id="39" name="Google Shape;39;p9"/>
          <p:cNvPicPr preferRelativeResize="0"/>
          <p:nvPr/>
        </p:nvPicPr>
        <p:blipFill>
          <a:blip r:embed="rId5">
            <a:alphaModFix/>
          </a:blip>
          <a:stretch>
            <a:fillRect/>
          </a:stretch>
        </p:blipFill>
        <p:spPr>
          <a:xfrm>
            <a:off x="592650" y="2624650"/>
            <a:ext cx="1280575" cy="1280575"/>
          </a:xfrm>
          <a:prstGeom prst="rect">
            <a:avLst/>
          </a:prstGeom>
          <a:noFill/>
          <a:ln>
            <a:noFill/>
          </a:ln>
        </p:spPr>
      </p:pic>
      <p:pic>
        <p:nvPicPr>
          <p:cNvPr id="40" name="Google Shape;40;p9"/>
          <p:cNvPicPr preferRelativeResize="0"/>
          <p:nvPr/>
        </p:nvPicPr>
        <p:blipFill>
          <a:blip r:embed="rId6">
            <a:alphaModFix/>
          </a:blip>
          <a:stretch>
            <a:fillRect/>
          </a:stretch>
        </p:blipFill>
        <p:spPr>
          <a:xfrm>
            <a:off x="4656650" y="2709325"/>
            <a:ext cx="2032000" cy="2836325"/>
          </a:xfrm>
          <a:prstGeom prst="rect">
            <a:avLst/>
          </a:prstGeom>
          <a:noFill/>
          <a:ln>
            <a:noFill/>
          </a:ln>
        </p:spPr>
      </p:pic>
      <p:pic>
        <p:nvPicPr>
          <p:cNvPr id="41" name="Google Shape;41;p9"/>
          <p:cNvPicPr preferRelativeResize="0"/>
          <p:nvPr/>
        </p:nvPicPr>
        <p:blipFill>
          <a:blip r:embed="rId7">
            <a:alphaModFix/>
          </a:blip>
          <a:stretch>
            <a:fillRect/>
          </a:stretch>
        </p:blipFill>
        <p:spPr>
          <a:xfrm>
            <a:off x="4550825" y="3852325"/>
            <a:ext cx="2243650" cy="338650"/>
          </a:xfrm>
          <a:prstGeom prst="rect">
            <a:avLst/>
          </a:prstGeom>
          <a:noFill/>
          <a:ln>
            <a:noFill/>
          </a:ln>
        </p:spPr>
      </p:pic>
      <p:pic>
        <p:nvPicPr>
          <p:cNvPr id="42" name="Google Shape;42;p9"/>
          <p:cNvPicPr preferRelativeResize="0"/>
          <p:nvPr/>
        </p:nvPicPr>
        <p:blipFill>
          <a:blip r:embed="rId8">
            <a:alphaModFix/>
          </a:blip>
          <a:stretch>
            <a:fillRect/>
          </a:stretch>
        </p:blipFill>
        <p:spPr>
          <a:xfrm>
            <a:off x="243400" y="1428750"/>
            <a:ext cx="1132400" cy="994825"/>
          </a:xfrm>
          <a:prstGeom prst="rect">
            <a:avLst/>
          </a:prstGeom>
          <a:noFill/>
          <a:ln>
            <a:noFill/>
          </a:ln>
        </p:spPr>
      </p:pic>
      <p:pic>
        <p:nvPicPr>
          <p:cNvPr id="43" name="Google Shape;43;p9"/>
          <p:cNvPicPr preferRelativeResize="0"/>
          <p:nvPr/>
        </p:nvPicPr>
        <p:blipFill>
          <a:blip r:embed="rId9">
            <a:alphaModFix/>
          </a:blip>
          <a:stretch>
            <a:fillRect/>
          </a:stretch>
        </p:blipFill>
        <p:spPr>
          <a:xfrm>
            <a:off x="582075" y="5238750"/>
            <a:ext cx="1291150" cy="1217075"/>
          </a:xfrm>
          <a:prstGeom prst="rect">
            <a:avLst/>
          </a:prstGeom>
          <a:noFill/>
          <a:ln>
            <a:noFill/>
          </a:ln>
        </p:spPr>
      </p:pic>
      <p:pic>
        <p:nvPicPr>
          <p:cNvPr id="44" name="Google Shape;44;p9"/>
          <p:cNvPicPr preferRelativeResize="0"/>
          <p:nvPr/>
        </p:nvPicPr>
        <p:blipFill>
          <a:blip r:embed="rId10">
            <a:alphaModFix/>
          </a:blip>
          <a:stretch>
            <a:fillRect/>
          </a:stretch>
        </p:blipFill>
        <p:spPr>
          <a:xfrm>
            <a:off x="1936750" y="4370900"/>
            <a:ext cx="889000" cy="804325"/>
          </a:xfrm>
          <a:prstGeom prst="rect">
            <a:avLst/>
          </a:prstGeom>
          <a:noFill/>
          <a:ln>
            <a:noFill/>
          </a:ln>
        </p:spPr>
      </p:pic>
      <p:pic>
        <p:nvPicPr>
          <p:cNvPr id="45" name="Google Shape;45;p9"/>
          <p:cNvPicPr preferRelativeResize="0"/>
          <p:nvPr/>
        </p:nvPicPr>
        <p:blipFill>
          <a:blip r:embed="rId11">
            <a:alphaModFix/>
          </a:blip>
          <a:stretch>
            <a:fillRect/>
          </a:stretch>
        </p:blipFill>
        <p:spPr>
          <a:xfrm>
            <a:off x="762000" y="2412975"/>
            <a:ext cx="1703900" cy="1672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0"/>
          <p:cNvSpPr txBox="1"/>
          <p:nvPr>
            <p:ph type="title"/>
          </p:nvPr>
        </p:nvSpPr>
        <p:spPr>
          <a:xfrm>
            <a:off x="610300" y="356300"/>
            <a:ext cx="9015575" cy="1243875"/>
          </a:xfrm>
          <a:prstGeom prst="rect">
            <a:avLst/>
          </a:prstGeom>
          <a:noFill/>
          <a:ln>
            <a:noFill/>
          </a:ln>
        </p:spPr>
        <p:txBody>
          <a:bodyPr anchorCtr="0" anchor="ctr" bIns="38100" lIns="38100" spcFirstLastPara="1" rIns="38100" wrap="square" tIns="38100">
            <a:noAutofit/>
          </a:bodyPr>
          <a:lstStyle/>
          <a:p>
            <a:pPr indent="0" lvl="0" marL="0" marR="0" rtl="0" algn="ctr">
              <a:lnSpc>
                <a:spcPct val="119886"/>
              </a:lnSpc>
              <a:spcBef>
                <a:spcPts val="0"/>
              </a:spcBef>
              <a:spcAft>
                <a:spcPts val="0"/>
              </a:spcAft>
              <a:buNone/>
            </a:pPr>
            <a:r>
              <a:rPr lang="en-US" sz="4889">
                <a:solidFill>
                  <a:srgbClr val="72BFC5"/>
                </a:solidFill>
                <a:latin typeface="Arial"/>
                <a:ea typeface="Arial"/>
                <a:cs typeface="Arial"/>
                <a:sym typeface="Arial"/>
              </a:rPr>
              <a:t>Methodology</a:t>
            </a:r>
            <a:endParaRPr sz="4889">
              <a:solidFill>
                <a:srgbClr val="72BFC5"/>
              </a:solidFill>
              <a:latin typeface="Arial"/>
              <a:ea typeface="Arial"/>
              <a:cs typeface="Arial"/>
              <a:sym typeface="Arial"/>
            </a:endParaRPr>
          </a:p>
        </p:txBody>
      </p:sp>
      <p:pic>
        <p:nvPicPr>
          <p:cNvPr id="51" name="Google Shape;51;p10"/>
          <p:cNvPicPr preferRelativeResize="0"/>
          <p:nvPr/>
        </p:nvPicPr>
        <p:blipFill>
          <a:blip r:embed="rId3">
            <a:alphaModFix/>
          </a:blip>
          <a:stretch>
            <a:fillRect/>
          </a:stretch>
        </p:blipFill>
        <p:spPr>
          <a:xfrm>
            <a:off x="2783400" y="1513400"/>
            <a:ext cx="1883825" cy="1143000"/>
          </a:xfrm>
          <a:prstGeom prst="rect">
            <a:avLst/>
          </a:prstGeom>
          <a:noFill/>
          <a:ln>
            <a:noFill/>
          </a:ln>
        </p:spPr>
      </p:pic>
      <p:sp>
        <p:nvSpPr>
          <p:cNvPr id="52" name="Google Shape;52;p10"/>
          <p:cNvSpPr txBox="1"/>
          <p:nvPr/>
        </p:nvSpPr>
        <p:spPr>
          <a:xfrm>
            <a:off x="2901575" y="1580425"/>
            <a:ext cx="1723650" cy="1063975"/>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000000"/>
                </a:solidFill>
                <a:latin typeface="Arial"/>
                <a:ea typeface="Arial"/>
                <a:cs typeface="Arial"/>
                <a:sym typeface="Arial"/>
              </a:rPr>
              <a:t>Online Platform</a:t>
            </a:r>
            <a:endParaRPr sz="2000">
              <a:solidFill>
                <a:srgbClr val="000000"/>
              </a:solidFill>
              <a:latin typeface="Arial"/>
              <a:ea typeface="Arial"/>
              <a:cs typeface="Arial"/>
              <a:sym typeface="Arial"/>
            </a:endParaRPr>
          </a:p>
        </p:txBody>
      </p:sp>
      <p:pic>
        <p:nvPicPr>
          <p:cNvPr id="53" name="Google Shape;53;p10"/>
          <p:cNvPicPr preferRelativeResize="0"/>
          <p:nvPr/>
        </p:nvPicPr>
        <p:blipFill>
          <a:blip r:embed="rId4">
            <a:alphaModFix/>
          </a:blip>
          <a:stretch>
            <a:fillRect/>
          </a:stretch>
        </p:blipFill>
        <p:spPr>
          <a:xfrm>
            <a:off x="1576900" y="1682750"/>
            <a:ext cx="1598075" cy="772575"/>
          </a:xfrm>
          <a:prstGeom prst="rect">
            <a:avLst/>
          </a:prstGeom>
          <a:noFill/>
          <a:ln>
            <a:noFill/>
          </a:ln>
        </p:spPr>
      </p:pic>
      <p:sp>
        <p:nvSpPr>
          <p:cNvPr id="54" name="Google Shape;54;p10"/>
          <p:cNvSpPr txBox="1"/>
          <p:nvPr/>
        </p:nvSpPr>
        <p:spPr>
          <a:xfrm>
            <a:off x="525625" y="1744475"/>
            <a:ext cx="1310900" cy="691775"/>
          </a:xfrm>
          <a:prstGeom prst="rect">
            <a:avLst/>
          </a:prstGeom>
          <a:noFill/>
          <a:ln>
            <a:noFill/>
          </a:ln>
        </p:spPr>
        <p:txBody>
          <a:bodyPr anchorCtr="0" anchor="t" bIns="38100" lIns="38100" spcFirstLastPara="1" rIns="38100" wrap="square" tIns="38100">
            <a:noAutofit/>
          </a:bodyPr>
          <a:lstStyle/>
          <a:p>
            <a:pPr indent="0" lvl="0" marL="0" marR="0" rtl="0" algn="l">
              <a:lnSpc>
                <a:spcPct val="120138"/>
              </a:lnSpc>
              <a:spcBef>
                <a:spcPts val="0"/>
              </a:spcBef>
              <a:spcAft>
                <a:spcPts val="0"/>
              </a:spcAft>
              <a:buNone/>
            </a:pPr>
            <a:r>
              <a:rPr lang="en-US" sz="2000">
                <a:solidFill>
                  <a:srgbClr val="000000"/>
                </a:solidFill>
                <a:latin typeface="Arial"/>
                <a:ea typeface="Arial"/>
                <a:cs typeface="Arial"/>
                <a:sym typeface="Arial"/>
              </a:rPr>
              <a:t>Elephant Images</a:t>
            </a:r>
            <a:endParaRPr sz="2000">
              <a:solidFill>
                <a:srgbClr val="000000"/>
              </a:solidFill>
              <a:latin typeface="Arial"/>
              <a:ea typeface="Arial"/>
              <a:cs typeface="Arial"/>
              <a:sym typeface="Arial"/>
            </a:endParaRPr>
          </a:p>
        </p:txBody>
      </p:sp>
      <p:pic>
        <p:nvPicPr>
          <p:cNvPr id="55" name="Google Shape;55;p10"/>
          <p:cNvPicPr preferRelativeResize="0"/>
          <p:nvPr/>
        </p:nvPicPr>
        <p:blipFill>
          <a:blip r:embed="rId5">
            <a:alphaModFix/>
          </a:blip>
          <a:stretch>
            <a:fillRect/>
          </a:stretch>
        </p:blipFill>
        <p:spPr>
          <a:xfrm>
            <a:off x="4730750" y="1926150"/>
            <a:ext cx="529150" cy="306900"/>
          </a:xfrm>
          <a:prstGeom prst="rect">
            <a:avLst/>
          </a:prstGeom>
          <a:noFill/>
          <a:ln>
            <a:noFill/>
          </a:ln>
        </p:spPr>
      </p:pic>
      <p:pic>
        <p:nvPicPr>
          <p:cNvPr id="56" name="Google Shape;56;p10"/>
          <p:cNvPicPr preferRelativeResize="0"/>
          <p:nvPr/>
        </p:nvPicPr>
        <p:blipFill>
          <a:blip r:embed="rId3">
            <a:alphaModFix/>
          </a:blip>
          <a:stretch>
            <a:fillRect/>
          </a:stretch>
        </p:blipFill>
        <p:spPr>
          <a:xfrm>
            <a:off x="5323400" y="1513400"/>
            <a:ext cx="1883825" cy="1143000"/>
          </a:xfrm>
          <a:prstGeom prst="rect">
            <a:avLst/>
          </a:prstGeom>
          <a:noFill/>
          <a:ln>
            <a:noFill/>
          </a:ln>
        </p:spPr>
      </p:pic>
      <p:sp>
        <p:nvSpPr>
          <p:cNvPr id="57" name="Google Shape;57;p10"/>
          <p:cNvSpPr txBox="1"/>
          <p:nvPr/>
        </p:nvSpPr>
        <p:spPr>
          <a:xfrm>
            <a:off x="5441575" y="1580425"/>
            <a:ext cx="1723650" cy="1063975"/>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000000"/>
                </a:solidFill>
                <a:latin typeface="Arial"/>
                <a:ea typeface="Arial"/>
                <a:cs typeface="Arial"/>
                <a:sym typeface="Arial"/>
              </a:rPr>
              <a:t>Processing and Analyzing </a:t>
            </a:r>
            <a:endParaRPr sz="2000">
              <a:solidFill>
                <a:srgbClr val="000000"/>
              </a:solidFill>
              <a:latin typeface="Arial"/>
              <a:ea typeface="Arial"/>
              <a:cs typeface="Arial"/>
              <a:sym typeface="Arial"/>
            </a:endParaRPr>
          </a:p>
        </p:txBody>
      </p:sp>
      <p:pic>
        <p:nvPicPr>
          <p:cNvPr id="58" name="Google Shape;58;p10"/>
          <p:cNvPicPr preferRelativeResize="0"/>
          <p:nvPr/>
        </p:nvPicPr>
        <p:blipFill>
          <a:blip r:embed="rId6">
            <a:alphaModFix/>
          </a:blip>
          <a:stretch>
            <a:fillRect/>
          </a:stretch>
        </p:blipFill>
        <p:spPr>
          <a:xfrm>
            <a:off x="7164900" y="2010825"/>
            <a:ext cx="1428750" cy="1502825"/>
          </a:xfrm>
          <a:prstGeom prst="rect">
            <a:avLst/>
          </a:prstGeom>
          <a:noFill/>
          <a:ln>
            <a:noFill/>
          </a:ln>
        </p:spPr>
      </p:pic>
      <p:pic>
        <p:nvPicPr>
          <p:cNvPr id="59" name="Google Shape;59;p10"/>
          <p:cNvPicPr preferRelativeResize="0"/>
          <p:nvPr/>
        </p:nvPicPr>
        <p:blipFill>
          <a:blip r:embed="rId7">
            <a:alphaModFix/>
          </a:blip>
          <a:stretch>
            <a:fillRect/>
          </a:stretch>
        </p:blipFill>
        <p:spPr>
          <a:xfrm>
            <a:off x="6508750" y="3122075"/>
            <a:ext cx="3323150" cy="1735650"/>
          </a:xfrm>
          <a:prstGeom prst="rect">
            <a:avLst/>
          </a:prstGeom>
          <a:noFill/>
          <a:ln>
            <a:noFill/>
          </a:ln>
        </p:spPr>
      </p:pic>
      <p:sp>
        <p:nvSpPr>
          <p:cNvPr id="60" name="Google Shape;60;p10"/>
          <p:cNvSpPr txBox="1"/>
          <p:nvPr/>
        </p:nvSpPr>
        <p:spPr>
          <a:xfrm>
            <a:off x="6626925" y="3189100"/>
            <a:ext cx="3163000" cy="1656625"/>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000000"/>
                </a:solidFill>
                <a:latin typeface="Arial"/>
                <a:ea typeface="Arial"/>
                <a:cs typeface="Arial"/>
                <a:sym typeface="Arial"/>
              </a:rPr>
              <a:t>Identifying the elephant using extracted features</a:t>
            </a:r>
            <a:endParaRPr sz="2000">
              <a:solidFill>
                <a:srgbClr val="000000"/>
              </a:solidFill>
              <a:latin typeface="Arial"/>
              <a:ea typeface="Arial"/>
              <a:cs typeface="Arial"/>
              <a:sym typeface="Arial"/>
            </a:endParaRPr>
          </a:p>
        </p:txBody>
      </p:sp>
      <p:pic>
        <p:nvPicPr>
          <p:cNvPr id="61" name="Google Shape;61;p10"/>
          <p:cNvPicPr preferRelativeResize="0"/>
          <p:nvPr/>
        </p:nvPicPr>
        <p:blipFill>
          <a:blip r:embed="rId8">
            <a:alphaModFix/>
          </a:blip>
          <a:stretch>
            <a:fillRect/>
          </a:stretch>
        </p:blipFill>
        <p:spPr>
          <a:xfrm>
            <a:off x="3714750" y="3704150"/>
            <a:ext cx="2730500" cy="560900"/>
          </a:xfrm>
          <a:prstGeom prst="rect">
            <a:avLst/>
          </a:prstGeom>
          <a:noFill/>
          <a:ln>
            <a:noFill/>
          </a:ln>
        </p:spPr>
      </p:pic>
      <p:sp>
        <p:nvSpPr>
          <p:cNvPr id="62" name="Google Shape;62;p10"/>
          <p:cNvSpPr txBox="1"/>
          <p:nvPr/>
        </p:nvSpPr>
        <p:spPr>
          <a:xfrm>
            <a:off x="3832925" y="3880550"/>
            <a:ext cx="2453900" cy="347923"/>
          </a:xfrm>
          <a:prstGeom prst="rect">
            <a:avLst/>
          </a:prstGeom>
          <a:noFill/>
          <a:ln>
            <a:noFill/>
          </a:ln>
        </p:spPr>
        <p:txBody>
          <a:bodyPr anchorCtr="0" anchor="ctr" bIns="38100" lIns="38100" spcFirstLastPara="1" rIns="38100" wrap="square" tIns="38100">
            <a:noAutofit/>
          </a:bodyPr>
          <a:lstStyle/>
          <a:p>
            <a:pPr indent="0" lvl="0" marL="0" marR="0" rtl="0" algn="ctr">
              <a:lnSpc>
                <a:spcPct val="119642"/>
              </a:lnSpc>
              <a:spcBef>
                <a:spcPts val="0"/>
              </a:spcBef>
              <a:spcAft>
                <a:spcPts val="0"/>
              </a:spcAft>
              <a:buNone/>
            </a:pPr>
            <a:r>
              <a:rPr lang="en-US" sz="1556">
                <a:solidFill>
                  <a:srgbClr val="000000"/>
                </a:solidFill>
                <a:latin typeface="Arial"/>
                <a:ea typeface="Arial"/>
                <a:cs typeface="Arial"/>
                <a:sym typeface="Arial"/>
              </a:rPr>
              <a:t>Have already identified</a:t>
            </a:r>
            <a:endParaRPr sz="1556">
              <a:solidFill>
                <a:srgbClr val="000000"/>
              </a:solidFill>
              <a:latin typeface="Arial"/>
              <a:ea typeface="Arial"/>
              <a:cs typeface="Arial"/>
              <a:sym typeface="Arial"/>
            </a:endParaRPr>
          </a:p>
        </p:txBody>
      </p:sp>
      <p:pic>
        <p:nvPicPr>
          <p:cNvPr id="63" name="Google Shape;63;p10"/>
          <p:cNvPicPr preferRelativeResize="0"/>
          <p:nvPr/>
        </p:nvPicPr>
        <p:blipFill>
          <a:blip r:embed="rId9">
            <a:alphaModFix/>
          </a:blip>
          <a:stretch>
            <a:fillRect/>
          </a:stretch>
        </p:blipFill>
        <p:spPr>
          <a:xfrm>
            <a:off x="751400" y="3206725"/>
            <a:ext cx="2984500" cy="1650975"/>
          </a:xfrm>
          <a:prstGeom prst="rect">
            <a:avLst/>
          </a:prstGeom>
          <a:noFill/>
          <a:ln>
            <a:noFill/>
          </a:ln>
        </p:spPr>
      </p:pic>
      <p:sp>
        <p:nvSpPr>
          <p:cNvPr id="64" name="Google Shape;64;p10"/>
          <p:cNvSpPr txBox="1"/>
          <p:nvPr/>
        </p:nvSpPr>
        <p:spPr>
          <a:xfrm>
            <a:off x="869575" y="3273775"/>
            <a:ext cx="2824325" cy="1571975"/>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000000"/>
                </a:solidFill>
                <a:latin typeface="Arial"/>
                <a:ea typeface="Arial"/>
                <a:cs typeface="Arial"/>
                <a:sym typeface="Arial"/>
              </a:rPr>
              <a:t>Update last observed location and time. </a:t>
            </a:r>
            <a:endParaRPr sz="2000">
              <a:solidFill>
                <a:srgbClr val="000000"/>
              </a:solidFill>
              <a:latin typeface="Arial"/>
              <a:ea typeface="Arial"/>
              <a:cs typeface="Arial"/>
              <a:sym typeface="Arial"/>
            </a:endParaRPr>
          </a:p>
        </p:txBody>
      </p:sp>
      <p:pic>
        <p:nvPicPr>
          <p:cNvPr id="65" name="Google Shape;65;p10"/>
          <p:cNvPicPr preferRelativeResize="0"/>
          <p:nvPr/>
        </p:nvPicPr>
        <p:blipFill>
          <a:blip r:embed="rId10">
            <a:alphaModFix/>
          </a:blip>
          <a:stretch>
            <a:fillRect/>
          </a:stretch>
        </p:blipFill>
        <p:spPr>
          <a:xfrm>
            <a:off x="7937500" y="4900075"/>
            <a:ext cx="465650" cy="804325"/>
          </a:xfrm>
          <a:prstGeom prst="rect">
            <a:avLst/>
          </a:prstGeom>
          <a:noFill/>
          <a:ln>
            <a:noFill/>
          </a:ln>
        </p:spPr>
      </p:pic>
      <p:sp>
        <p:nvSpPr>
          <p:cNvPr id="66" name="Google Shape;66;p10"/>
          <p:cNvSpPr txBox="1"/>
          <p:nvPr/>
        </p:nvSpPr>
        <p:spPr>
          <a:xfrm>
            <a:off x="8399625" y="4877150"/>
            <a:ext cx="1564900" cy="691775"/>
          </a:xfrm>
          <a:prstGeom prst="rect">
            <a:avLst/>
          </a:prstGeom>
          <a:noFill/>
          <a:ln>
            <a:noFill/>
          </a:ln>
        </p:spPr>
        <p:txBody>
          <a:bodyPr anchorCtr="0" anchor="t" bIns="38100" lIns="38100" spcFirstLastPara="1" rIns="38100" wrap="square" tIns="38100">
            <a:noAutofit/>
          </a:bodyPr>
          <a:lstStyle/>
          <a:p>
            <a:pPr indent="0" lvl="0" marL="0" marR="0" rtl="0" algn="l">
              <a:lnSpc>
                <a:spcPct val="120138"/>
              </a:lnSpc>
              <a:spcBef>
                <a:spcPts val="0"/>
              </a:spcBef>
              <a:spcAft>
                <a:spcPts val="0"/>
              </a:spcAft>
              <a:buNone/>
            </a:pPr>
            <a:r>
              <a:rPr lang="en-US" sz="2000">
                <a:solidFill>
                  <a:srgbClr val="000000"/>
                </a:solidFill>
                <a:latin typeface="Arial"/>
                <a:ea typeface="Arial"/>
                <a:cs typeface="Arial"/>
                <a:sym typeface="Arial"/>
              </a:rPr>
              <a:t>New Identification</a:t>
            </a:r>
            <a:endParaRPr sz="2000">
              <a:solidFill>
                <a:srgbClr val="000000"/>
              </a:solidFill>
              <a:latin typeface="Arial"/>
              <a:ea typeface="Arial"/>
              <a:cs typeface="Arial"/>
              <a:sym typeface="Arial"/>
            </a:endParaRPr>
          </a:p>
        </p:txBody>
      </p:sp>
      <p:pic>
        <p:nvPicPr>
          <p:cNvPr id="67" name="Google Shape;67;p10"/>
          <p:cNvPicPr preferRelativeResize="0"/>
          <p:nvPr/>
        </p:nvPicPr>
        <p:blipFill>
          <a:blip r:embed="rId11">
            <a:alphaModFix/>
          </a:blip>
          <a:stretch>
            <a:fillRect/>
          </a:stretch>
        </p:blipFill>
        <p:spPr>
          <a:xfrm>
            <a:off x="3545400" y="5662075"/>
            <a:ext cx="5439825" cy="1227650"/>
          </a:xfrm>
          <a:prstGeom prst="rect">
            <a:avLst/>
          </a:prstGeom>
          <a:noFill/>
          <a:ln>
            <a:noFill/>
          </a:ln>
        </p:spPr>
      </p:pic>
      <p:sp>
        <p:nvSpPr>
          <p:cNvPr id="68" name="Google Shape;68;p10"/>
          <p:cNvSpPr txBox="1"/>
          <p:nvPr/>
        </p:nvSpPr>
        <p:spPr>
          <a:xfrm>
            <a:off x="3663575" y="5729100"/>
            <a:ext cx="5279650" cy="1148625"/>
          </a:xfrm>
          <a:prstGeom prst="rect">
            <a:avLst/>
          </a:prstGeom>
          <a:noFill/>
          <a:ln>
            <a:noFill/>
          </a:ln>
        </p:spPr>
        <p:txBody>
          <a:bodyPr anchorCtr="0" anchor="ctr" bIns="38100" lIns="38100" spcFirstLastPara="1" rIns="38100" wrap="square" tIns="38100">
            <a:noAutofit/>
          </a:bodyPr>
          <a:lstStyle/>
          <a:p>
            <a:pPr indent="0" lvl="0" marL="0" marR="0" rtl="0" algn="ctr">
              <a:lnSpc>
                <a:spcPct val="119791"/>
              </a:lnSpc>
              <a:spcBef>
                <a:spcPts val="0"/>
              </a:spcBef>
              <a:spcAft>
                <a:spcPts val="0"/>
              </a:spcAft>
              <a:buNone/>
            </a:pPr>
            <a:r>
              <a:rPr lang="en-US" sz="2667">
                <a:solidFill>
                  <a:srgbClr val="000000"/>
                </a:solidFill>
                <a:latin typeface="Arial"/>
                <a:ea typeface="Arial"/>
                <a:cs typeface="Arial"/>
                <a:sym typeface="Arial"/>
              </a:rPr>
              <a:t>Give a new identity - eleID</a:t>
            </a:r>
            <a:endParaRPr sz="2667">
              <a:solidFill>
                <a:srgbClr val="000000"/>
              </a:solidFill>
              <a:latin typeface="Arial"/>
              <a:ea typeface="Arial"/>
              <a:cs typeface="Arial"/>
              <a:sym typeface="Arial"/>
            </a:endParaRPr>
          </a:p>
        </p:txBody>
      </p:sp>
      <p:pic>
        <p:nvPicPr>
          <p:cNvPr id="69" name="Google Shape;69;p10"/>
          <p:cNvPicPr preferRelativeResize="0"/>
          <p:nvPr/>
        </p:nvPicPr>
        <p:blipFill>
          <a:blip r:embed="rId12">
            <a:alphaModFix/>
          </a:blip>
          <a:stretch>
            <a:fillRect/>
          </a:stretch>
        </p:blipFill>
        <p:spPr>
          <a:xfrm>
            <a:off x="1862650" y="4434400"/>
            <a:ext cx="1714500" cy="1894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1"/>
          <p:cNvPicPr preferRelativeResize="0"/>
          <p:nvPr/>
        </p:nvPicPr>
        <p:blipFill>
          <a:blip r:embed="rId3">
            <a:alphaModFix/>
          </a:blip>
          <a:stretch>
            <a:fillRect/>
          </a:stretch>
        </p:blipFill>
        <p:spPr>
          <a:xfrm>
            <a:off x="0" y="21150"/>
            <a:ext cx="9662575" cy="1598075"/>
          </a:xfrm>
          <a:prstGeom prst="rect">
            <a:avLst/>
          </a:prstGeom>
          <a:noFill/>
          <a:ln>
            <a:noFill/>
          </a:ln>
        </p:spPr>
      </p:pic>
      <p:sp>
        <p:nvSpPr>
          <p:cNvPr id="75" name="Google Shape;75;p11"/>
          <p:cNvSpPr txBox="1"/>
          <p:nvPr/>
        </p:nvSpPr>
        <p:spPr>
          <a:xfrm>
            <a:off x="610300" y="2167800"/>
            <a:ext cx="9015575" cy="4664050"/>
          </a:xfrm>
          <a:prstGeom prst="rect">
            <a:avLst/>
          </a:prstGeom>
          <a:noFill/>
          <a:ln>
            <a:noFill/>
          </a:ln>
        </p:spPr>
        <p:txBody>
          <a:bodyPr anchorCtr="0" anchor="t" bIns="38100" lIns="38100" spcFirstLastPara="1" rIns="38100" wrap="square" tIns="38100">
            <a:noAutofit/>
          </a:bodyPr>
          <a:lstStyle/>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Interface for the users all around the world.</a:t>
            </a:r>
            <a:endParaRPr sz="3556">
              <a:solidFill>
                <a:srgbClr val="000000"/>
              </a:solidFill>
              <a:latin typeface="Arial"/>
              <a:ea typeface="Arial"/>
              <a:cs typeface="Arial"/>
              <a:sym typeface="Arial"/>
            </a:endParaRPr>
          </a:p>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Easy access to individual elephant information.</a:t>
            </a:r>
            <a:endParaRPr sz="3556">
              <a:solidFill>
                <a:srgbClr val="000000"/>
              </a:solidFill>
              <a:latin typeface="Arial"/>
              <a:ea typeface="Arial"/>
              <a:cs typeface="Arial"/>
              <a:sym typeface="Arial"/>
            </a:endParaRPr>
          </a:p>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Promote Citizen Science.</a:t>
            </a:r>
            <a:endParaRPr sz="3556">
              <a:solidFill>
                <a:srgbClr val="000000"/>
              </a:solidFill>
              <a:latin typeface="Arial"/>
              <a:ea typeface="Arial"/>
              <a:cs typeface="Arial"/>
              <a:sym typeface="Arial"/>
            </a:endParaRPr>
          </a:p>
        </p:txBody>
      </p:sp>
      <p:pic>
        <p:nvPicPr>
          <p:cNvPr id="76" name="Google Shape;76;p11"/>
          <p:cNvPicPr preferRelativeResize="0"/>
          <p:nvPr/>
        </p:nvPicPr>
        <p:blipFill>
          <a:blip r:embed="rId4">
            <a:alphaModFix/>
          </a:blip>
          <a:stretch>
            <a:fillRect/>
          </a:stretch>
        </p:blipFill>
        <p:spPr>
          <a:xfrm>
            <a:off x="5662075" y="74075"/>
            <a:ext cx="4169825" cy="2137825"/>
          </a:xfrm>
          <a:prstGeom prst="rect">
            <a:avLst/>
          </a:prstGeom>
          <a:noFill/>
          <a:ln>
            <a:noFill/>
          </a:ln>
        </p:spPr>
      </p:pic>
      <p:pic>
        <p:nvPicPr>
          <p:cNvPr id="77" name="Google Shape;77;p11"/>
          <p:cNvPicPr preferRelativeResize="0"/>
          <p:nvPr/>
        </p:nvPicPr>
        <p:blipFill>
          <a:blip r:embed="rId5">
            <a:alphaModFix/>
          </a:blip>
          <a:stretch>
            <a:fillRect/>
          </a:stretch>
        </p:blipFill>
        <p:spPr>
          <a:xfrm>
            <a:off x="8456075" y="3545400"/>
            <a:ext cx="1375825" cy="1555725"/>
          </a:xfrm>
          <a:prstGeom prst="rect">
            <a:avLst/>
          </a:prstGeom>
          <a:noFill/>
          <a:ln>
            <a:noFill/>
          </a:ln>
        </p:spPr>
      </p:pic>
      <p:pic>
        <p:nvPicPr>
          <p:cNvPr id="78" name="Google Shape;78;p11"/>
          <p:cNvPicPr preferRelativeResize="0"/>
          <p:nvPr/>
        </p:nvPicPr>
        <p:blipFill>
          <a:blip r:embed="rId6">
            <a:alphaModFix/>
          </a:blip>
          <a:stretch>
            <a:fillRect/>
          </a:stretch>
        </p:blipFill>
        <p:spPr>
          <a:xfrm>
            <a:off x="3386650" y="5588000"/>
            <a:ext cx="1280575" cy="1280575"/>
          </a:xfrm>
          <a:prstGeom prst="rect">
            <a:avLst/>
          </a:prstGeom>
          <a:noFill/>
          <a:ln>
            <a:noFill/>
          </a:ln>
        </p:spPr>
      </p:pic>
      <p:pic>
        <p:nvPicPr>
          <p:cNvPr id="79" name="Google Shape;79;p11"/>
          <p:cNvPicPr preferRelativeResize="0"/>
          <p:nvPr/>
        </p:nvPicPr>
        <p:blipFill>
          <a:blip r:embed="rId7">
            <a:alphaModFix/>
          </a:blip>
          <a:stretch>
            <a:fillRect/>
          </a:stretch>
        </p:blipFill>
        <p:spPr>
          <a:xfrm>
            <a:off x="4487325" y="6445250"/>
            <a:ext cx="1026575" cy="1174750"/>
          </a:xfrm>
          <a:prstGeom prst="rect">
            <a:avLst/>
          </a:prstGeom>
          <a:noFill/>
          <a:ln>
            <a:noFill/>
          </a:ln>
        </p:spPr>
      </p:pic>
      <p:pic>
        <p:nvPicPr>
          <p:cNvPr id="80" name="Google Shape;80;p11"/>
          <p:cNvPicPr preferRelativeResize="0"/>
          <p:nvPr/>
        </p:nvPicPr>
        <p:blipFill>
          <a:blip r:embed="rId8">
            <a:alphaModFix/>
          </a:blip>
          <a:stretch>
            <a:fillRect/>
          </a:stretch>
        </p:blipFill>
        <p:spPr>
          <a:xfrm>
            <a:off x="5249325" y="5503325"/>
            <a:ext cx="1439325" cy="1439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2"/>
          <p:cNvPicPr preferRelativeResize="0"/>
          <p:nvPr/>
        </p:nvPicPr>
        <p:blipFill>
          <a:blip r:embed="rId3">
            <a:alphaModFix/>
          </a:blip>
          <a:stretch>
            <a:fillRect/>
          </a:stretch>
        </p:blipFill>
        <p:spPr>
          <a:xfrm>
            <a:off x="0" y="0"/>
            <a:ext cx="9662575" cy="2000250"/>
          </a:xfrm>
          <a:prstGeom prst="rect">
            <a:avLst/>
          </a:prstGeom>
          <a:noFill/>
          <a:ln>
            <a:noFill/>
          </a:ln>
        </p:spPr>
      </p:pic>
      <p:sp>
        <p:nvSpPr>
          <p:cNvPr id="86" name="Google Shape;86;p12"/>
          <p:cNvSpPr txBox="1"/>
          <p:nvPr/>
        </p:nvSpPr>
        <p:spPr>
          <a:xfrm>
            <a:off x="610300" y="1829150"/>
            <a:ext cx="9015575" cy="4630550"/>
          </a:xfrm>
          <a:prstGeom prst="rect">
            <a:avLst/>
          </a:prstGeom>
          <a:noFill/>
          <a:ln>
            <a:noFill/>
          </a:ln>
        </p:spPr>
        <p:txBody>
          <a:bodyPr anchorCtr="0" anchor="t" bIns="38100" lIns="38100" spcFirstLastPara="1" rIns="38100" wrap="square" tIns="38100">
            <a:noAutofit/>
          </a:bodyPr>
          <a:lstStyle/>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Automatically identify individual elephants from given images and data</a:t>
            </a:r>
            <a:endParaRPr sz="3556">
              <a:solidFill>
                <a:srgbClr val="000000"/>
              </a:solidFill>
              <a:latin typeface="Arial"/>
              <a:ea typeface="Arial"/>
              <a:cs typeface="Arial"/>
              <a:sym typeface="Arial"/>
            </a:endParaRPr>
          </a:p>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Initial implementation based on </a:t>
            </a:r>
            <a:r>
              <a:rPr lang="en-US" sz="3556" u="sng">
                <a:solidFill>
                  <a:srgbClr val="009999"/>
                </a:solidFill>
                <a:latin typeface="Arial"/>
                <a:ea typeface="Arial"/>
                <a:cs typeface="Arial"/>
                <a:sym typeface="Arial"/>
              </a:rPr>
              <a:t>Principal Component Analysis</a:t>
            </a:r>
            <a:endParaRPr sz="3556" u="sng">
              <a:solidFill>
                <a:srgbClr val="009999"/>
              </a:solidFill>
              <a:latin typeface="Arial"/>
              <a:ea typeface="Arial"/>
              <a:cs typeface="Arial"/>
              <a:sym typeface="Arial"/>
            </a:endParaRPr>
          </a:p>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Need frontal images</a:t>
            </a:r>
            <a:endParaRPr sz="3556">
              <a:solidFill>
                <a:srgbClr val="000000"/>
              </a:solidFill>
              <a:latin typeface="Arial"/>
              <a:ea typeface="Arial"/>
              <a:cs typeface="Arial"/>
              <a:sym typeface="Arial"/>
            </a:endParaRPr>
          </a:p>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Further developments are in progress to make the system robust</a:t>
            </a:r>
            <a:endParaRPr sz="3556">
              <a:solidFill>
                <a:srgbClr val="000000"/>
              </a:solidFill>
              <a:latin typeface="Arial"/>
              <a:ea typeface="Arial"/>
              <a:cs typeface="Arial"/>
              <a:sym typeface="Arial"/>
            </a:endParaRPr>
          </a:p>
          <a:p>
            <a:pPr indent="0" lvl="0" marL="0" marR="0" rtl="0" algn="l">
              <a:lnSpc>
                <a:spcPct val="119921"/>
              </a:lnSpc>
              <a:spcBef>
                <a:spcPts val="635"/>
              </a:spcBef>
              <a:spcAft>
                <a:spcPts val="0"/>
              </a:spcAft>
              <a:buNone/>
            </a:pPr>
            <a:r>
              <a:t/>
            </a:r>
            <a:endParaRPr sz="3556">
              <a:solidFill>
                <a:srgbClr val="000000"/>
              </a:solidFill>
              <a:latin typeface="Arial"/>
              <a:ea typeface="Arial"/>
              <a:cs typeface="Arial"/>
              <a:sym typeface="Arial"/>
            </a:endParaRPr>
          </a:p>
          <a:p>
            <a:pPr indent="0" lvl="0" marL="0" marR="0" rtl="0" algn="l">
              <a:lnSpc>
                <a:spcPct val="119921"/>
              </a:lnSpc>
              <a:spcBef>
                <a:spcPts val="635"/>
              </a:spcBef>
              <a:spcAft>
                <a:spcPts val="0"/>
              </a:spcAft>
              <a:buNone/>
            </a:pPr>
            <a:br>
              <a:rPr lang="en-US" sz="3556">
                <a:solidFill>
                  <a:srgbClr val="000000"/>
                </a:solidFill>
                <a:latin typeface="Arial"/>
                <a:ea typeface="Arial"/>
                <a:cs typeface="Arial"/>
                <a:sym typeface="Arial"/>
              </a:rPr>
            </a:br>
            <a:endParaRPr sz="3556">
              <a:solidFill>
                <a:srgbClr val="000000"/>
              </a:solidFill>
              <a:latin typeface="Arial"/>
              <a:ea typeface="Arial"/>
              <a:cs typeface="Arial"/>
              <a:sym typeface="Arial"/>
            </a:endParaRPr>
          </a:p>
        </p:txBody>
      </p:sp>
      <p:pic>
        <p:nvPicPr>
          <p:cNvPr id="87" name="Google Shape;87;p12"/>
          <p:cNvPicPr preferRelativeResize="0"/>
          <p:nvPr/>
        </p:nvPicPr>
        <p:blipFill>
          <a:blip r:embed="rId4">
            <a:alphaModFix/>
          </a:blip>
          <a:stretch>
            <a:fillRect/>
          </a:stretch>
        </p:blipFill>
        <p:spPr>
          <a:xfrm>
            <a:off x="8212650" y="169325"/>
            <a:ext cx="1439325" cy="1735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3"/>
          <p:cNvSpPr txBox="1"/>
          <p:nvPr>
            <p:ph type="title"/>
          </p:nvPr>
        </p:nvSpPr>
        <p:spPr>
          <a:xfrm>
            <a:off x="610300" y="356300"/>
            <a:ext cx="9015575" cy="1243875"/>
          </a:xfrm>
          <a:prstGeom prst="rect">
            <a:avLst/>
          </a:prstGeom>
          <a:noFill/>
          <a:ln>
            <a:noFill/>
          </a:ln>
        </p:spPr>
        <p:txBody>
          <a:bodyPr anchorCtr="0" anchor="ctr" bIns="38100" lIns="38100" spcFirstLastPara="1" rIns="38100" wrap="square" tIns="38100">
            <a:noAutofit/>
          </a:bodyPr>
          <a:lstStyle/>
          <a:p>
            <a:pPr indent="0" lvl="0" marL="0" marR="0" rtl="0" algn="l">
              <a:lnSpc>
                <a:spcPct val="119886"/>
              </a:lnSpc>
              <a:spcBef>
                <a:spcPts val="0"/>
              </a:spcBef>
              <a:spcAft>
                <a:spcPts val="0"/>
              </a:spcAft>
              <a:buNone/>
            </a:pPr>
            <a:r>
              <a:rPr lang="en-US" sz="4889">
                <a:solidFill>
                  <a:srgbClr val="4597A0"/>
                </a:solidFill>
                <a:latin typeface="Arial"/>
                <a:ea typeface="Arial"/>
                <a:cs typeface="Arial"/>
                <a:sym typeface="Arial"/>
              </a:rPr>
              <a:t>eleID </a:t>
            </a:r>
            <a:r>
              <a:rPr i="1" lang="en-US" sz="4000">
                <a:solidFill>
                  <a:srgbClr val="4597A0"/>
                </a:solidFill>
                <a:latin typeface="Arial"/>
                <a:ea typeface="Arial"/>
                <a:cs typeface="Arial"/>
                <a:sym typeface="Arial"/>
              </a:rPr>
              <a:t>cont…</a:t>
            </a:r>
            <a:endParaRPr i="1" sz="4000">
              <a:solidFill>
                <a:srgbClr val="4597A0"/>
              </a:solidFill>
              <a:latin typeface="Arial"/>
              <a:ea typeface="Arial"/>
              <a:cs typeface="Arial"/>
              <a:sym typeface="Arial"/>
            </a:endParaRPr>
          </a:p>
        </p:txBody>
      </p:sp>
      <p:sp>
        <p:nvSpPr>
          <p:cNvPr id="93" name="Google Shape;93;p13"/>
          <p:cNvSpPr txBox="1"/>
          <p:nvPr/>
        </p:nvSpPr>
        <p:spPr>
          <a:xfrm>
            <a:off x="610300" y="1829150"/>
            <a:ext cx="9015575" cy="5634900"/>
          </a:xfrm>
          <a:prstGeom prst="rect">
            <a:avLst/>
          </a:prstGeom>
          <a:noFill/>
          <a:ln>
            <a:noFill/>
          </a:ln>
        </p:spPr>
        <p:txBody>
          <a:bodyPr anchorCtr="0" anchor="t" bIns="38100" lIns="38100" spcFirstLastPara="1" rIns="38100" wrap="square" tIns="38100">
            <a:noAutofit/>
          </a:bodyPr>
          <a:lstStyle/>
          <a:p>
            <a:pPr indent="-247227" lvl="0" marL="381000" marR="0" rtl="0" algn="l">
              <a:lnSpc>
                <a:spcPct val="120000"/>
              </a:lnSpc>
              <a:spcBef>
                <a:spcPts val="0"/>
              </a:spcBef>
              <a:spcAft>
                <a:spcPts val="0"/>
              </a:spcAft>
              <a:buClr>
                <a:srgbClr val="000000"/>
              </a:buClr>
              <a:buSzPts val="3093"/>
              <a:buChar char="●"/>
            </a:pPr>
            <a:r>
              <a:rPr lang="en-US" sz="3093">
                <a:solidFill>
                  <a:srgbClr val="000000"/>
                </a:solidFill>
                <a:latin typeface="Arial"/>
                <a:ea typeface="Arial"/>
                <a:cs typeface="Arial"/>
                <a:sym typeface="Arial"/>
              </a:rPr>
              <a:t>Prior to the identification already identified elephant images should be given to the system</a:t>
            </a:r>
            <a:br>
              <a:rPr lang="en-US" sz="3093">
                <a:solidFill>
                  <a:srgbClr val="000000"/>
                </a:solidFill>
                <a:latin typeface="Arial"/>
                <a:ea typeface="Arial"/>
                <a:cs typeface="Arial"/>
                <a:sym typeface="Arial"/>
              </a:rPr>
            </a:br>
            <a:br>
              <a:rPr lang="en-US" sz="3526">
                <a:solidFill>
                  <a:srgbClr val="000000"/>
                </a:solidFill>
                <a:latin typeface="Arial"/>
                <a:ea typeface="Arial"/>
                <a:cs typeface="Arial"/>
                <a:sym typeface="Arial"/>
              </a:rPr>
            </a:br>
            <a:br>
              <a:rPr lang="en-US" sz="3526">
                <a:solidFill>
                  <a:srgbClr val="000000"/>
                </a:solidFill>
                <a:latin typeface="Arial"/>
                <a:ea typeface="Arial"/>
                <a:cs typeface="Arial"/>
                <a:sym typeface="Arial"/>
              </a:rPr>
            </a:br>
            <a:br>
              <a:rPr lang="en-US" sz="3526">
                <a:solidFill>
                  <a:srgbClr val="000000"/>
                </a:solidFill>
                <a:latin typeface="Arial"/>
                <a:ea typeface="Arial"/>
                <a:cs typeface="Arial"/>
                <a:sym typeface="Arial"/>
              </a:rPr>
            </a:br>
            <a:endParaRPr sz="3526">
              <a:solidFill>
                <a:srgbClr val="000000"/>
              </a:solidFill>
              <a:latin typeface="Arial"/>
              <a:ea typeface="Arial"/>
              <a:cs typeface="Arial"/>
              <a:sym typeface="Arial"/>
            </a:endParaRPr>
          </a:p>
          <a:p>
            <a:pPr indent="0" lvl="0" marL="0" marR="0" rtl="0" algn="l">
              <a:lnSpc>
                <a:spcPct val="120000"/>
              </a:lnSpc>
              <a:spcBef>
                <a:spcPts val="560"/>
              </a:spcBef>
              <a:spcAft>
                <a:spcPts val="0"/>
              </a:spcAft>
              <a:buNone/>
            </a:pPr>
            <a:r>
              <a:rPr lang="en-US" sz="3093">
                <a:solidFill>
                  <a:srgbClr val="000000"/>
                </a:solidFill>
                <a:latin typeface="Arial"/>
                <a:ea typeface="Arial"/>
                <a:cs typeface="Arial"/>
                <a:sym typeface="Arial"/>
              </a:rPr>
              <a:t> </a:t>
            </a:r>
            <a:endParaRPr sz="3093">
              <a:solidFill>
                <a:srgbClr val="000000"/>
              </a:solidFill>
              <a:latin typeface="Arial"/>
              <a:ea typeface="Arial"/>
              <a:cs typeface="Arial"/>
              <a:sym typeface="Arial"/>
            </a:endParaRPr>
          </a:p>
          <a:p>
            <a:pPr indent="-247227" lvl="0" marL="381000" marR="0" rtl="0" algn="l">
              <a:lnSpc>
                <a:spcPct val="120000"/>
              </a:lnSpc>
              <a:spcBef>
                <a:spcPts val="560"/>
              </a:spcBef>
              <a:spcAft>
                <a:spcPts val="0"/>
              </a:spcAft>
              <a:buClr>
                <a:srgbClr val="000000"/>
              </a:buClr>
              <a:buSzPts val="3093"/>
              <a:buChar char="●"/>
            </a:pPr>
            <a:r>
              <a:rPr lang="en-US" sz="3093">
                <a:solidFill>
                  <a:srgbClr val="000000"/>
                </a:solidFill>
                <a:latin typeface="Arial"/>
                <a:ea typeface="Arial"/>
                <a:cs typeface="Arial"/>
                <a:sym typeface="Arial"/>
              </a:rPr>
              <a:t>Along with images other information are kept in the database</a:t>
            </a:r>
            <a:endParaRPr sz="3093">
              <a:solidFill>
                <a:srgbClr val="000000"/>
              </a:solidFill>
              <a:latin typeface="Arial"/>
              <a:ea typeface="Arial"/>
              <a:cs typeface="Arial"/>
              <a:sym typeface="Arial"/>
            </a:endParaRPr>
          </a:p>
          <a:p>
            <a:pPr indent="0" lvl="0" marL="0" marR="0" rtl="0" algn="l">
              <a:lnSpc>
                <a:spcPct val="120000"/>
              </a:lnSpc>
              <a:spcBef>
                <a:spcPts val="560"/>
              </a:spcBef>
              <a:spcAft>
                <a:spcPts val="0"/>
              </a:spcAft>
              <a:buNone/>
            </a:pPr>
            <a:r>
              <a:rPr lang="en-US" sz="3093">
                <a:solidFill>
                  <a:srgbClr val="000000"/>
                </a:solidFill>
                <a:latin typeface="Arial"/>
                <a:ea typeface="Arial"/>
                <a:cs typeface="Arial"/>
                <a:sym typeface="Arial"/>
              </a:rPr>
              <a:t> </a:t>
            </a:r>
            <a:endParaRPr sz="3093">
              <a:solidFill>
                <a:srgbClr val="000000"/>
              </a:solidFill>
              <a:latin typeface="Arial"/>
              <a:ea typeface="Arial"/>
              <a:cs typeface="Arial"/>
              <a:sym typeface="Arial"/>
            </a:endParaRPr>
          </a:p>
        </p:txBody>
      </p:sp>
      <p:pic>
        <p:nvPicPr>
          <p:cNvPr id="94" name="Google Shape;94;p13"/>
          <p:cNvPicPr preferRelativeResize="0"/>
          <p:nvPr/>
        </p:nvPicPr>
        <p:blipFill>
          <a:blip r:embed="rId3">
            <a:alphaModFix/>
          </a:blip>
          <a:stretch>
            <a:fillRect/>
          </a:stretch>
        </p:blipFill>
        <p:spPr>
          <a:xfrm>
            <a:off x="1291150" y="2963325"/>
            <a:ext cx="1026575" cy="1365225"/>
          </a:xfrm>
          <a:prstGeom prst="rect">
            <a:avLst/>
          </a:prstGeom>
          <a:noFill/>
          <a:ln>
            <a:noFill/>
          </a:ln>
        </p:spPr>
      </p:pic>
      <p:pic>
        <p:nvPicPr>
          <p:cNvPr id="95" name="Google Shape;95;p13"/>
          <p:cNvPicPr preferRelativeResize="0"/>
          <p:nvPr/>
        </p:nvPicPr>
        <p:blipFill>
          <a:blip r:embed="rId4">
            <a:alphaModFix/>
          </a:blip>
          <a:stretch>
            <a:fillRect/>
          </a:stretch>
        </p:blipFill>
        <p:spPr>
          <a:xfrm>
            <a:off x="2413000" y="2963325"/>
            <a:ext cx="1026575" cy="1365225"/>
          </a:xfrm>
          <a:prstGeom prst="rect">
            <a:avLst/>
          </a:prstGeom>
          <a:noFill/>
          <a:ln>
            <a:noFill/>
          </a:ln>
        </p:spPr>
      </p:pic>
      <p:pic>
        <p:nvPicPr>
          <p:cNvPr id="96" name="Google Shape;96;p13"/>
          <p:cNvPicPr preferRelativeResize="0"/>
          <p:nvPr/>
        </p:nvPicPr>
        <p:blipFill>
          <a:blip r:embed="rId5">
            <a:alphaModFix/>
          </a:blip>
          <a:stretch>
            <a:fillRect/>
          </a:stretch>
        </p:blipFill>
        <p:spPr>
          <a:xfrm>
            <a:off x="3524250" y="2963325"/>
            <a:ext cx="1026575" cy="1365225"/>
          </a:xfrm>
          <a:prstGeom prst="rect">
            <a:avLst/>
          </a:prstGeom>
          <a:noFill/>
          <a:ln>
            <a:noFill/>
          </a:ln>
        </p:spPr>
      </p:pic>
      <p:pic>
        <p:nvPicPr>
          <p:cNvPr id="97" name="Google Shape;97;p13"/>
          <p:cNvPicPr preferRelativeResize="0"/>
          <p:nvPr/>
        </p:nvPicPr>
        <p:blipFill>
          <a:blip r:embed="rId6">
            <a:alphaModFix/>
          </a:blip>
          <a:stretch>
            <a:fillRect/>
          </a:stretch>
        </p:blipFill>
        <p:spPr>
          <a:xfrm>
            <a:off x="4656650" y="2963325"/>
            <a:ext cx="1016000" cy="1365225"/>
          </a:xfrm>
          <a:prstGeom prst="rect">
            <a:avLst/>
          </a:prstGeom>
          <a:noFill/>
          <a:ln>
            <a:noFill/>
          </a:ln>
        </p:spPr>
      </p:pic>
      <p:pic>
        <p:nvPicPr>
          <p:cNvPr id="98" name="Google Shape;98;p13"/>
          <p:cNvPicPr preferRelativeResize="0"/>
          <p:nvPr/>
        </p:nvPicPr>
        <p:blipFill>
          <a:blip r:embed="rId7">
            <a:alphaModFix/>
          </a:blip>
          <a:stretch>
            <a:fillRect/>
          </a:stretch>
        </p:blipFill>
        <p:spPr>
          <a:xfrm>
            <a:off x="1301750" y="4392075"/>
            <a:ext cx="1026575" cy="1365225"/>
          </a:xfrm>
          <a:prstGeom prst="rect">
            <a:avLst/>
          </a:prstGeom>
          <a:noFill/>
          <a:ln>
            <a:noFill/>
          </a:ln>
        </p:spPr>
      </p:pic>
      <p:pic>
        <p:nvPicPr>
          <p:cNvPr id="99" name="Google Shape;99;p13"/>
          <p:cNvPicPr preferRelativeResize="0"/>
          <p:nvPr/>
        </p:nvPicPr>
        <p:blipFill>
          <a:blip r:embed="rId8">
            <a:alphaModFix/>
          </a:blip>
          <a:stretch>
            <a:fillRect/>
          </a:stretch>
        </p:blipFill>
        <p:spPr>
          <a:xfrm>
            <a:off x="2413000" y="4392075"/>
            <a:ext cx="1026575" cy="1365225"/>
          </a:xfrm>
          <a:prstGeom prst="rect">
            <a:avLst/>
          </a:prstGeom>
          <a:noFill/>
          <a:ln>
            <a:noFill/>
          </a:ln>
        </p:spPr>
      </p:pic>
      <p:pic>
        <p:nvPicPr>
          <p:cNvPr id="100" name="Google Shape;100;p13"/>
          <p:cNvPicPr preferRelativeResize="0"/>
          <p:nvPr/>
        </p:nvPicPr>
        <p:blipFill>
          <a:blip r:embed="rId9">
            <a:alphaModFix/>
          </a:blip>
          <a:stretch>
            <a:fillRect/>
          </a:stretch>
        </p:blipFill>
        <p:spPr>
          <a:xfrm>
            <a:off x="3524250" y="4392075"/>
            <a:ext cx="1026575" cy="1365225"/>
          </a:xfrm>
          <a:prstGeom prst="rect">
            <a:avLst/>
          </a:prstGeom>
          <a:noFill/>
          <a:ln>
            <a:noFill/>
          </a:ln>
        </p:spPr>
      </p:pic>
      <p:pic>
        <p:nvPicPr>
          <p:cNvPr id="101" name="Google Shape;101;p13"/>
          <p:cNvPicPr preferRelativeResize="0"/>
          <p:nvPr/>
        </p:nvPicPr>
        <p:blipFill>
          <a:blip r:embed="rId10">
            <a:alphaModFix/>
          </a:blip>
          <a:stretch>
            <a:fillRect/>
          </a:stretch>
        </p:blipFill>
        <p:spPr>
          <a:xfrm>
            <a:off x="4656650" y="4392075"/>
            <a:ext cx="1016000" cy="1365225"/>
          </a:xfrm>
          <a:prstGeom prst="rect">
            <a:avLst/>
          </a:prstGeom>
          <a:noFill/>
          <a:ln>
            <a:noFill/>
          </a:ln>
        </p:spPr>
      </p:pic>
      <p:pic>
        <p:nvPicPr>
          <p:cNvPr id="102" name="Google Shape;102;p13"/>
          <p:cNvPicPr preferRelativeResize="0"/>
          <p:nvPr/>
        </p:nvPicPr>
        <p:blipFill>
          <a:blip r:embed="rId11">
            <a:alphaModFix/>
          </a:blip>
          <a:stretch>
            <a:fillRect/>
          </a:stretch>
        </p:blipFill>
        <p:spPr>
          <a:xfrm>
            <a:off x="8212650" y="169325"/>
            <a:ext cx="1439325" cy="1735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4"/>
          <p:cNvSpPr txBox="1"/>
          <p:nvPr>
            <p:ph type="title"/>
          </p:nvPr>
        </p:nvSpPr>
        <p:spPr>
          <a:xfrm>
            <a:off x="610300" y="356300"/>
            <a:ext cx="9015575" cy="1243875"/>
          </a:xfrm>
          <a:prstGeom prst="rect">
            <a:avLst/>
          </a:prstGeom>
          <a:noFill/>
          <a:ln>
            <a:noFill/>
          </a:ln>
        </p:spPr>
        <p:txBody>
          <a:bodyPr anchorCtr="0" anchor="ctr" bIns="38100" lIns="38100" spcFirstLastPara="1" rIns="38100" wrap="square" tIns="38100">
            <a:noAutofit/>
          </a:bodyPr>
          <a:lstStyle/>
          <a:p>
            <a:pPr indent="0" lvl="0" marL="0" marR="0" rtl="0" algn="l">
              <a:lnSpc>
                <a:spcPct val="119886"/>
              </a:lnSpc>
              <a:spcBef>
                <a:spcPts val="0"/>
              </a:spcBef>
              <a:spcAft>
                <a:spcPts val="0"/>
              </a:spcAft>
              <a:buNone/>
            </a:pPr>
            <a:r>
              <a:rPr lang="en-US" sz="4889">
                <a:solidFill>
                  <a:srgbClr val="4597A0"/>
                </a:solidFill>
                <a:latin typeface="Arial"/>
                <a:ea typeface="Arial"/>
                <a:cs typeface="Arial"/>
                <a:sym typeface="Arial"/>
              </a:rPr>
              <a:t>eleID </a:t>
            </a:r>
            <a:r>
              <a:rPr i="1" lang="en-US" sz="4000">
                <a:solidFill>
                  <a:srgbClr val="4597A0"/>
                </a:solidFill>
                <a:latin typeface="Arial"/>
                <a:ea typeface="Arial"/>
                <a:cs typeface="Arial"/>
                <a:sym typeface="Arial"/>
              </a:rPr>
              <a:t>cont…</a:t>
            </a:r>
            <a:endParaRPr i="1" sz="4000">
              <a:solidFill>
                <a:srgbClr val="4597A0"/>
              </a:solidFill>
              <a:latin typeface="Arial"/>
              <a:ea typeface="Arial"/>
              <a:cs typeface="Arial"/>
              <a:sym typeface="Arial"/>
            </a:endParaRPr>
          </a:p>
        </p:txBody>
      </p:sp>
      <p:sp>
        <p:nvSpPr>
          <p:cNvPr id="108" name="Google Shape;108;p14"/>
          <p:cNvSpPr txBox="1"/>
          <p:nvPr/>
        </p:nvSpPr>
        <p:spPr>
          <a:xfrm>
            <a:off x="610300" y="1829150"/>
            <a:ext cx="9015575" cy="5002725"/>
          </a:xfrm>
          <a:prstGeom prst="rect">
            <a:avLst/>
          </a:prstGeom>
          <a:noFill/>
          <a:ln>
            <a:noFill/>
          </a:ln>
        </p:spPr>
        <p:txBody>
          <a:bodyPr anchorCtr="0" anchor="t" bIns="38100" lIns="38100" spcFirstLastPara="1" rIns="38100" wrap="square" tIns="38100">
            <a:noAutofit/>
          </a:bodyPr>
          <a:lstStyle/>
          <a:p>
            <a:pPr indent="-276578" lvl="0" marL="381000" marR="0" rtl="0" algn="l">
              <a:lnSpc>
                <a:spcPct val="119921"/>
              </a:lnSpc>
              <a:spcBef>
                <a:spcPts val="0"/>
              </a:spcBef>
              <a:spcAft>
                <a:spcPts val="0"/>
              </a:spcAft>
              <a:buClr>
                <a:srgbClr val="009999"/>
              </a:buClr>
              <a:buSzPts val="3556"/>
              <a:buChar char="●"/>
            </a:pPr>
            <a:r>
              <a:rPr lang="en-US" sz="3556" u="sng">
                <a:solidFill>
                  <a:srgbClr val="009999"/>
                </a:solidFill>
                <a:latin typeface="Arial"/>
                <a:ea typeface="Arial"/>
                <a:cs typeface="Arial"/>
                <a:sym typeface="Arial"/>
              </a:rPr>
              <a:t>Eigenfaces</a:t>
            </a:r>
            <a:r>
              <a:rPr lang="en-US" sz="3556">
                <a:solidFill>
                  <a:srgbClr val="000000"/>
                </a:solidFill>
                <a:latin typeface="Arial"/>
                <a:ea typeface="Arial"/>
                <a:cs typeface="Arial"/>
                <a:sym typeface="Arial"/>
              </a:rPr>
              <a:t> of elephant face images</a:t>
            </a:r>
            <a:br>
              <a:rPr lang="en-US" sz="3556">
                <a:solidFill>
                  <a:srgbClr val="000000"/>
                </a:solidFill>
                <a:latin typeface="Arial"/>
                <a:ea typeface="Arial"/>
                <a:cs typeface="Arial"/>
                <a:sym typeface="Arial"/>
              </a:rPr>
            </a:br>
            <a:br>
              <a:rPr lang="en-US" sz="3556">
                <a:solidFill>
                  <a:srgbClr val="000000"/>
                </a:solidFill>
                <a:latin typeface="Arial"/>
                <a:ea typeface="Arial"/>
                <a:cs typeface="Arial"/>
                <a:sym typeface="Arial"/>
              </a:rPr>
            </a:br>
            <a:endParaRPr sz="3556">
              <a:solidFill>
                <a:srgbClr val="000000"/>
              </a:solidFill>
              <a:latin typeface="Arial"/>
              <a:ea typeface="Arial"/>
              <a:cs typeface="Arial"/>
              <a:sym typeface="Arial"/>
            </a:endParaRPr>
          </a:p>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New images given for </a:t>
            </a:r>
            <a:r>
              <a:rPr lang="en-US" sz="3556" u="sng">
                <a:solidFill>
                  <a:srgbClr val="009999"/>
                </a:solidFill>
                <a:latin typeface="Arial"/>
                <a:ea typeface="Arial"/>
                <a:cs typeface="Arial"/>
                <a:sym typeface="Arial"/>
              </a:rPr>
              <a:t>identification</a:t>
            </a:r>
            <a:r>
              <a:rPr lang="en-US" sz="3556">
                <a:solidFill>
                  <a:srgbClr val="000000"/>
                </a:solidFill>
                <a:latin typeface="Arial"/>
                <a:ea typeface="Arial"/>
                <a:cs typeface="Arial"/>
                <a:sym typeface="Arial"/>
              </a:rPr>
              <a:t> are projected on to the facespace</a:t>
            </a:r>
            <a:endParaRPr sz="3556">
              <a:solidFill>
                <a:srgbClr val="000000"/>
              </a:solidFill>
              <a:latin typeface="Arial"/>
              <a:ea typeface="Arial"/>
              <a:cs typeface="Arial"/>
              <a:sym typeface="Arial"/>
            </a:endParaRPr>
          </a:p>
          <a:p>
            <a:pPr indent="0" lvl="0" marL="0" marR="0" rtl="0" algn="l">
              <a:lnSpc>
                <a:spcPct val="119921"/>
              </a:lnSpc>
              <a:spcBef>
                <a:spcPts val="635"/>
              </a:spcBef>
              <a:spcAft>
                <a:spcPts val="0"/>
              </a:spcAft>
              <a:buNone/>
            </a:pPr>
            <a:r>
              <a:t/>
            </a:r>
            <a:endParaRPr sz="3556">
              <a:solidFill>
                <a:srgbClr val="000000"/>
              </a:solidFill>
              <a:latin typeface="Arial"/>
              <a:ea typeface="Arial"/>
              <a:cs typeface="Arial"/>
              <a:sym typeface="Arial"/>
            </a:endParaRPr>
          </a:p>
        </p:txBody>
      </p:sp>
      <p:pic>
        <p:nvPicPr>
          <p:cNvPr id="109" name="Google Shape;109;p14"/>
          <p:cNvPicPr preferRelativeResize="0"/>
          <p:nvPr/>
        </p:nvPicPr>
        <p:blipFill>
          <a:blip r:embed="rId3">
            <a:alphaModFix/>
          </a:blip>
          <a:stretch>
            <a:fillRect/>
          </a:stretch>
        </p:blipFill>
        <p:spPr>
          <a:xfrm>
            <a:off x="2211900" y="2476500"/>
            <a:ext cx="878400" cy="1322900"/>
          </a:xfrm>
          <a:prstGeom prst="rect">
            <a:avLst/>
          </a:prstGeom>
          <a:noFill/>
          <a:ln>
            <a:noFill/>
          </a:ln>
        </p:spPr>
      </p:pic>
      <p:pic>
        <p:nvPicPr>
          <p:cNvPr id="110" name="Google Shape;110;p14"/>
          <p:cNvPicPr preferRelativeResize="0"/>
          <p:nvPr/>
        </p:nvPicPr>
        <p:blipFill>
          <a:blip r:embed="rId4">
            <a:alphaModFix/>
          </a:blip>
          <a:stretch>
            <a:fillRect/>
          </a:stretch>
        </p:blipFill>
        <p:spPr>
          <a:xfrm>
            <a:off x="3058575" y="2465900"/>
            <a:ext cx="878400" cy="1322900"/>
          </a:xfrm>
          <a:prstGeom prst="rect">
            <a:avLst/>
          </a:prstGeom>
          <a:noFill/>
          <a:ln>
            <a:noFill/>
          </a:ln>
        </p:spPr>
      </p:pic>
      <p:pic>
        <p:nvPicPr>
          <p:cNvPr id="111" name="Google Shape;111;p14"/>
          <p:cNvPicPr preferRelativeResize="0"/>
          <p:nvPr/>
        </p:nvPicPr>
        <p:blipFill>
          <a:blip r:embed="rId5">
            <a:alphaModFix/>
          </a:blip>
          <a:stretch>
            <a:fillRect/>
          </a:stretch>
        </p:blipFill>
        <p:spPr>
          <a:xfrm>
            <a:off x="3926400" y="2455325"/>
            <a:ext cx="878400" cy="1322900"/>
          </a:xfrm>
          <a:prstGeom prst="rect">
            <a:avLst/>
          </a:prstGeom>
          <a:noFill/>
          <a:ln>
            <a:noFill/>
          </a:ln>
        </p:spPr>
      </p:pic>
      <p:pic>
        <p:nvPicPr>
          <p:cNvPr id="112" name="Google Shape;112;p14"/>
          <p:cNvPicPr preferRelativeResize="0"/>
          <p:nvPr/>
        </p:nvPicPr>
        <p:blipFill>
          <a:blip r:embed="rId6">
            <a:alphaModFix/>
          </a:blip>
          <a:stretch>
            <a:fillRect/>
          </a:stretch>
        </p:blipFill>
        <p:spPr>
          <a:xfrm>
            <a:off x="5683250" y="2465900"/>
            <a:ext cx="857250" cy="1322900"/>
          </a:xfrm>
          <a:prstGeom prst="rect">
            <a:avLst/>
          </a:prstGeom>
          <a:noFill/>
          <a:ln>
            <a:noFill/>
          </a:ln>
        </p:spPr>
      </p:pic>
      <p:pic>
        <p:nvPicPr>
          <p:cNvPr id="113" name="Google Shape;113;p14"/>
          <p:cNvPicPr preferRelativeResize="0"/>
          <p:nvPr/>
        </p:nvPicPr>
        <p:blipFill>
          <a:blip r:embed="rId7">
            <a:alphaModFix/>
          </a:blip>
          <a:stretch>
            <a:fillRect/>
          </a:stretch>
        </p:blipFill>
        <p:spPr>
          <a:xfrm>
            <a:off x="1344075" y="2487075"/>
            <a:ext cx="857250" cy="1322900"/>
          </a:xfrm>
          <a:prstGeom prst="rect">
            <a:avLst/>
          </a:prstGeom>
          <a:noFill/>
          <a:ln>
            <a:noFill/>
          </a:ln>
        </p:spPr>
      </p:pic>
      <p:pic>
        <p:nvPicPr>
          <p:cNvPr id="114" name="Google Shape;114;p14"/>
          <p:cNvPicPr preferRelativeResize="0"/>
          <p:nvPr/>
        </p:nvPicPr>
        <p:blipFill>
          <a:blip r:embed="rId8">
            <a:alphaModFix/>
          </a:blip>
          <a:stretch>
            <a:fillRect/>
          </a:stretch>
        </p:blipFill>
        <p:spPr>
          <a:xfrm>
            <a:off x="4794250" y="2455325"/>
            <a:ext cx="846650" cy="1322900"/>
          </a:xfrm>
          <a:prstGeom prst="rect">
            <a:avLst/>
          </a:prstGeom>
          <a:noFill/>
          <a:ln>
            <a:noFill/>
          </a:ln>
        </p:spPr>
      </p:pic>
      <p:pic>
        <p:nvPicPr>
          <p:cNvPr id="115" name="Google Shape;115;p14"/>
          <p:cNvPicPr preferRelativeResize="0"/>
          <p:nvPr/>
        </p:nvPicPr>
        <p:blipFill>
          <a:blip r:embed="rId9">
            <a:alphaModFix/>
          </a:blip>
          <a:stretch>
            <a:fillRect/>
          </a:stretch>
        </p:blipFill>
        <p:spPr>
          <a:xfrm>
            <a:off x="8212650" y="169325"/>
            <a:ext cx="1439325" cy="1735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5"/>
          <p:cNvSpPr txBox="1"/>
          <p:nvPr>
            <p:ph type="title"/>
          </p:nvPr>
        </p:nvSpPr>
        <p:spPr>
          <a:xfrm>
            <a:off x="610300" y="356300"/>
            <a:ext cx="9015575" cy="1243875"/>
          </a:xfrm>
          <a:prstGeom prst="rect">
            <a:avLst/>
          </a:prstGeom>
          <a:noFill/>
          <a:ln>
            <a:noFill/>
          </a:ln>
        </p:spPr>
        <p:txBody>
          <a:bodyPr anchorCtr="0" anchor="ctr" bIns="38100" lIns="38100" spcFirstLastPara="1" rIns="38100" wrap="square" tIns="38100">
            <a:noAutofit/>
          </a:bodyPr>
          <a:lstStyle/>
          <a:p>
            <a:pPr indent="0" lvl="0" marL="0" marR="0" rtl="0" algn="ctr">
              <a:lnSpc>
                <a:spcPct val="119886"/>
              </a:lnSpc>
              <a:spcBef>
                <a:spcPts val="0"/>
              </a:spcBef>
              <a:spcAft>
                <a:spcPts val="0"/>
              </a:spcAft>
              <a:buNone/>
            </a:pPr>
            <a:r>
              <a:rPr lang="en-US" sz="4889">
                <a:solidFill>
                  <a:srgbClr val="000000"/>
                </a:solidFill>
                <a:latin typeface="Arial"/>
                <a:ea typeface="Arial"/>
                <a:cs typeface="Arial"/>
                <a:sym typeface="Arial"/>
              </a:rPr>
              <a:t>A simple model…</a:t>
            </a:r>
            <a:endParaRPr sz="4889">
              <a:solidFill>
                <a:srgbClr val="000000"/>
              </a:solidFill>
              <a:latin typeface="Arial"/>
              <a:ea typeface="Arial"/>
              <a:cs typeface="Arial"/>
              <a:sym typeface="Arial"/>
            </a:endParaRPr>
          </a:p>
        </p:txBody>
      </p:sp>
      <p:pic>
        <p:nvPicPr>
          <p:cNvPr id="121" name="Google Shape;121;p15"/>
          <p:cNvPicPr preferRelativeResize="0"/>
          <p:nvPr/>
        </p:nvPicPr>
        <p:blipFill>
          <a:blip r:embed="rId3">
            <a:alphaModFix/>
          </a:blip>
          <a:stretch>
            <a:fillRect/>
          </a:stretch>
        </p:blipFill>
        <p:spPr>
          <a:xfrm>
            <a:off x="0" y="2349500"/>
            <a:ext cx="9768400" cy="5270475"/>
          </a:xfrm>
          <a:prstGeom prst="rect">
            <a:avLst/>
          </a:prstGeom>
          <a:noFill/>
          <a:ln>
            <a:noFill/>
          </a:ln>
        </p:spPr>
      </p:pic>
      <p:sp>
        <p:nvSpPr>
          <p:cNvPr id="122" name="Google Shape;122;p15"/>
          <p:cNvSpPr txBox="1"/>
          <p:nvPr/>
        </p:nvSpPr>
        <p:spPr>
          <a:xfrm>
            <a:off x="40550" y="3623025"/>
            <a:ext cx="9761700" cy="2870200"/>
          </a:xfrm>
          <a:prstGeom prst="rect">
            <a:avLst/>
          </a:prstGeom>
          <a:noFill/>
          <a:ln>
            <a:noFill/>
          </a:ln>
        </p:spPr>
        <p:txBody>
          <a:bodyPr anchorCtr="0" anchor="ctr" bIns="38100" lIns="38100" spcFirstLastPara="1" rIns="38100" wrap="square" tIns="38100">
            <a:noAutofit/>
          </a:bodyPr>
          <a:lstStyle/>
          <a:p>
            <a:pPr indent="0" lvl="0" marL="0" marR="0" rtl="0" algn="ctr">
              <a:lnSpc>
                <a:spcPct val="119921"/>
              </a:lnSpc>
              <a:spcBef>
                <a:spcPts val="0"/>
              </a:spcBef>
              <a:spcAft>
                <a:spcPts val="0"/>
              </a:spcAft>
              <a:buNone/>
            </a:pPr>
            <a:r>
              <a:rPr lang="en-US" sz="3556">
                <a:solidFill>
                  <a:srgbClr val="FFFFFF"/>
                </a:solidFill>
                <a:latin typeface="Arial"/>
                <a:ea typeface="Arial"/>
                <a:cs typeface="Arial"/>
                <a:sym typeface="Arial"/>
              </a:rPr>
              <a:t>Facespace</a:t>
            </a:r>
            <a:endParaRPr sz="3556">
              <a:solidFill>
                <a:srgbClr val="FFFFFF"/>
              </a:solidFill>
              <a:latin typeface="Arial"/>
              <a:ea typeface="Arial"/>
              <a:cs typeface="Arial"/>
              <a:sym typeface="Arial"/>
            </a:endParaRPr>
          </a:p>
        </p:txBody>
      </p:sp>
      <p:pic>
        <p:nvPicPr>
          <p:cNvPr id="123" name="Google Shape;123;p15"/>
          <p:cNvPicPr preferRelativeResize="0"/>
          <p:nvPr/>
        </p:nvPicPr>
        <p:blipFill>
          <a:blip r:embed="rId4">
            <a:alphaModFix/>
          </a:blip>
          <a:stretch>
            <a:fillRect/>
          </a:stretch>
        </p:blipFill>
        <p:spPr>
          <a:xfrm>
            <a:off x="1418150" y="1756825"/>
            <a:ext cx="1058325" cy="804325"/>
          </a:xfrm>
          <a:prstGeom prst="rect">
            <a:avLst/>
          </a:prstGeom>
          <a:noFill/>
          <a:ln>
            <a:noFill/>
          </a:ln>
        </p:spPr>
      </p:pic>
      <p:sp>
        <p:nvSpPr>
          <p:cNvPr id="124" name="Google Shape;124;p15"/>
          <p:cNvSpPr txBox="1"/>
          <p:nvPr/>
        </p:nvSpPr>
        <p:spPr>
          <a:xfrm>
            <a:off x="1555750" y="1843250"/>
            <a:ext cx="859350" cy="777813"/>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FFFFFF"/>
                </a:solidFill>
                <a:latin typeface="Arial"/>
                <a:ea typeface="Arial"/>
                <a:cs typeface="Arial"/>
                <a:sym typeface="Arial"/>
              </a:rPr>
              <a:t>New Image</a:t>
            </a:r>
            <a:endParaRPr sz="2000">
              <a:solidFill>
                <a:srgbClr val="FFFFFF"/>
              </a:solidFill>
              <a:latin typeface="Arial"/>
              <a:ea typeface="Arial"/>
              <a:cs typeface="Arial"/>
              <a:sym typeface="Arial"/>
            </a:endParaRPr>
          </a:p>
        </p:txBody>
      </p:sp>
      <p:pic>
        <p:nvPicPr>
          <p:cNvPr id="125" name="Google Shape;125;p15"/>
          <p:cNvPicPr preferRelativeResize="0"/>
          <p:nvPr/>
        </p:nvPicPr>
        <p:blipFill>
          <a:blip r:embed="rId5">
            <a:alphaModFix/>
          </a:blip>
          <a:stretch>
            <a:fillRect/>
          </a:stretch>
        </p:blipFill>
        <p:spPr>
          <a:xfrm>
            <a:off x="1439325" y="2539975"/>
            <a:ext cx="1026575" cy="1365225"/>
          </a:xfrm>
          <a:prstGeom prst="rect">
            <a:avLst/>
          </a:prstGeom>
          <a:noFill/>
          <a:ln>
            <a:noFill/>
          </a:ln>
        </p:spPr>
      </p:pic>
      <p:pic>
        <p:nvPicPr>
          <p:cNvPr id="126" name="Google Shape;126;p15"/>
          <p:cNvPicPr preferRelativeResize="0"/>
          <p:nvPr/>
        </p:nvPicPr>
        <p:blipFill>
          <a:blip r:embed="rId6">
            <a:alphaModFix/>
          </a:blip>
          <a:stretch>
            <a:fillRect/>
          </a:stretch>
        </p:blipFill>
        <p:spPr>
          <a:xfrm>
            <a:off x="7514150" y="3196150"/>
            <a:ext cx="889000" cy="550325"/>
          </a:xfrm>
          <a:prstGeom prst="rect">
            <a:avLst/>
          </a:prstGeom>
          <a:noFill/>
          <a:ln>
            <a:noFill/>
          </a:ln>
        </p:spPr>
      </p:pic>
      <p:sp>
        <p:nvSpPr>
          <p:cNvPr id="127" name="Google Shape;127;p15"/>
          <p:cNvSpPr txBox="1"/>
          <p:nvPr/>
        </p:nvSpPr>
        <p:spPr>
          <a:xfrm>
            <a:off x="7651750" y="3282575"/>
            <a:ext cx="690025" cy="453650"/>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FFFFFF"/>
                </a:solidFill>
                <a:latin typeface="Arial"/>
                <a:ea typeface="Arial"/>
                <a:cs typeface="Arial"/>
                <a:sym typeface="Arial"/>
              </a:rPr>
              <a:t>ID_1</a:t>
            </a:r>
            <a:endParaRPr sz="2000">
              <a:solidFill>
                <a:srgbClr val="FFFFFF"/>
              </a:solidFill>
              <a:latin typeface="Arial"/>
              <a:ea typeface="Arial"/>
              <a:cs typeface="Arial"/>
              <a:sym typeface="Arial"/>
            </a:endParaRPr>
          </a:p>
        </p:txBody>
      </p:sp>
      <p:pic>
        <p:nvPicPr>
          <p:cNvPr id="128" name="Google Shape;128;p15"/>
          <p:cNvPicPr preferRelativeResize="0"/>
          <p:nvPr/>
        </p:nvPicPr>
        <p:blipFill>
          <a:blip r:embed="rId6">
            <a:alphaModFix/>
          </a:blip>
          <a:stretch>
            <a:fillRect/>
          </a:stretch>
        </p:blipFill>
        <p:spPr>
          <a:xfrm>
            <a:off x="6836825" y="4127500"/>
            <a:ext cx="889000" cy="550325"/>
          </a:xfrm>
          <a:prstGeom prst="rect">
            <a:avLst/>
          </a:prstGeom>
          <a:noFill/>
          <a:ln>
            <a:noFill/>
          </a:ln>
        </p:spPr>
      </p:pic>
      <p:sp>
        <p:nvSpPr>
          <p:cNvPr id="129" name="Google Shape;129;p15"/>
          <p:cNvSpPr txBox="1"/>
          <p:nvPr/>
        </p:nvSpPr>
        <p:spPr>
          <a:xfrm>
            <a:off x="6974400" y="4213925"/>
            <a:ext cx="690025" cy="453650"/>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FFFFFF"/>
                </a:solidFill>
                <a:latin typeface="Arial"/>
                <a:ea typeface="Arial"/>
                <a:cs typeface="Arial"/>
                <a:sym typeface="Arial"/>
              </a:rPr>
              <a:t>ID_5</a:t>
            </a:r>
            <a:endParaRPr sz="2000">
              <a:solidFill>
                <a:srgbClr val="FFFFFF"/>
              </a:solidFill>
              <a:latin typeface="Arial"/>
              <a:ea typeface="Arial"/>
              <a:cs typeface="Arial"/>
              <a:sym typeface="Arial"/>
            </a:endParaRPr>
          </a:p>
        </p:txBody>
      </p:sp>
      <p:pic>
        <p:nvPicPr>
          <p:cNvPr id="130" name="Google Shape;130;p15"/>
          <p:cNvPicPr preferRelativeResize="0"/>
          <p:nvPr/>
        </p:nvPicPr>
        <p:blipFill>
          <a:blip r:embed="rId6">
            <a:alphaModFix/>
          </a:blip>
          <a:stretch>
            <a:fillRect/>
          </a:stretch>
        </p:blipFill>
        <p:spPr>
          <a:xfrm>
            <a:off x="5143500" y="3450150"/>
            <a:ext cx="889000" cy="550325"/>
          </a:xfrm>
          <a:prstGeom prst="rect">
            <a:avLst/>
          </a:prstGeom>
          <a:noFill/>
          <a:ln>
            <a:noFill/>
          </a:ln>
        </p:spPr>
      </p:pic>
      <p:sp>
        <p:nvSpPr>
          <p:cNvPr id="131" name="Google Shape;131;p15"/>
          <p:cNvSpPr txBox="1"/>
          <p:nvPr/>
        </p:nvSpPr>
        <p:spPr>
          <a:xfrm>
            <a:off x="5281075" y="3536575"/>
            <a:ext cx="690025" cy="453650"/>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FFFFFF"/>
                </a:solidFill>
                <a:latin typeface="Arial"/>
                <a:ea typeface="Arial"/>
                <a:cs typeface="Arial"/>
                <a:sym typeface="Arial"/>
              </a:rPr>
              <a:t>ID_4</a:t>
            </a:r>
            <a:endParaRPr sz="2000">
              <a:solidFill>
                <a:srgbClr val="FFFFFF"/>
              </a:solidFill>
              <a:latin typeface="Arial"/>
              <a:ea typeface="Arial"/>
              <a:cs typeface="Arial"/>
              <a:sym typeface="Arial"/>
            </a:endParaRPr>
          </a:p>
        </p:txBody>
      </p:sp>
      <p:pic>
        <p:nvPicPr>
          <p:cNvPr id="132" name="Google Shape;132;p15"/>
          <p:cNvPicPr preferRelativeResize="0"/>
          <p:nvPr/>
        </p:nvPicPr>
        <p:blipFill>
          <a:blip r:embed="rId6">
            <a:alphaModFix/>
          </a:blip>
          <a:stretch>
            <a:fillRect/>
          </a:stretch>
        </p:blipFill>
        <p:spPr>
          <a:xfrm>
            <a:off x="825500" y="6244150"/>
            <a:ext cx="889000" cy="550325"/>
          </a:xfrm>
          <a:prstGeom prst="rect">
            <a:avLst/>
          </a:prstGeom>
          <a:noFill/>
          <a:ln>
            <a:noFill/>
          </a:ln>
        </p:spPr>
      </p:pic>
      <p:sp>
        <p:nvSpPr>
          <p:cNvPr id="133" name="Google Shape;133;p15"/>
          <p:cNvSpPr txBox="1"/>
          <p:nvPr/>
        </p:nvSpPr>
        <p:spPr>
          <a:xfrm>
            <a:off x="963075" y="6330575"/>
            <a:ext cx="690025" cy="453650"/>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FFFFFF"/>
                </a:solidFill>
                <a:latin typeface="Arial"/>
                <a:ea typeface="Arial"/>
                <a:cs typeface="Arial"/>
                <a:sym typeface="Arial"/>
              </a:rPr>
              <a:t>ID_2</a:t>
            </a:r>
            <a:endParaRPr sz="2000">
              <a:solidFill>
                <a:srgbClr val="FFFFFF"/>
              </a:solidFill>
              <a:latin typeface="Arial"/>
              <a:ea typeface="Arial"/>
              <a:cs typeface="Arial"/>
              <a:sym typeface="Arial"/>
            </a:endParaRPr>
          </a:p>
        </p:txBody>
      </p:sp>
      <p:pic>
        <p:nvPicPr>
          <p:cNvPr id="134" name="Google Shape;134;p15"/>
          <p:cNvPicPr preferRelativeResize="0"/>
          <p:nvPr/>
        </p:nvPicPr>
        <p:blipFill>
          <a:blip r:embed="rId6">
            <a:alphaModFix/>
          </a:blip>
          <a:stretch>
            <a:fillRect/>
          </a:stretch>
        </p:blipFill>
        <p:spPr>
          <a:xfrm>
            <a:off x="2772825" y="5058825"/>
            <a:ext cx="889000" cy="550325"/>
          </a:xfrm>
          <a:prstGeom prst="rect">
            <a:avLst/>
          </a:prstGeom>
          <a:noFill/>
          <a:ln>
            <a:noFill/>
          </a:ln>
        </p:spPr>
      </p:pic>
      <p:sp>
        <p:nvSpPr>
          <p:cNvPr id="135" name="Google Shape;135;p15"/>
          <p:cNvSpPr txBox="1"/>
          <p:nvPr/>
        </p:nvSpPr>
        <p:spPr>
          <a:xfrm>
            <a:off x="2910400" y="5145250"/>
            <a:ext cx="690025" cy="453650"/>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FFFFFF"/>
                </a:solidFill>
                <a:latin typeface="Arial"/>
                <a:ea typeface="Arial"/>
                <a:cs typeface="Arial"/>
                <a:sym typeface="Arial"/>
              </a:rPr>
              <a:t>ID_3</a:t>
            </a:r>
            <a:endParaRPr sz="2000">
              <a:solidFill>
                <a:srgbClr val="FFFFFF"/>
              </a:solidFill>
              <a:latin typeface="Arial"/>
              <a:ea typeface="Arial"/>
              <a:cs typeface="Arial"/>
              <a:sym typeface="Arial"/>
            </a:endParaRPr>
          </a:p>
        </p:txBody>
      </p:sp>
      <p:pic>
        <p:nvPicPr>
          <p:cNvPr id="136" name="Google Shape;136;p15"/>
          <p:cNvPicPr preferRelativeResize="0"/>
          <p:nvPr/>
        </p:nvPicPr>
        <p:blipFill>
          <a:blip r:embed="rId6">
            <a:alphaModFix/>
          </a:blip>
          <a:stretch>
            <a:fillRect/>
          </a:stretch>
        </p:blipFill>
        <p:spPr>
          <a:xfrm>
            <a:off x="4296825" y="5736150"/>
            <a:ext cx="889000" cy="550325"/>
          </a:xfrm>
          <a:prstGeom prst="rect">
            <a:avLst/>
          </a:prstGeom>
          <a:noFill/>
          <a:ln>
            <a:noFill/>
          </a:ln>
        </p:spPr>
      </p:pic>
      <p:sp>
        <p:nvSpPr>
          <p:cNvPr id="137" name="Google Shape;137;p15"/>
          <p:cNvSpPr txBox="1"/>
          <p:nvPr/>
        </p:nvSpPr>
        <p:spPr>
          <a:xfrm>
            <a:off x="4434400" y="5822575"/>
            <a:ext cx="690025" cy="453650"/>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FFFFFF"/>
                </a:solidFill>
                <a:latin typeface="Arial"/>
                <a:ea typeface="Arial"/>
                <a:cs typeface="Arial"/>
                <a:sym typeface="Arial"/>
              </a:rPr>
              <a:t>ID_6</a:t>
            </a:r>
            <a:endParaRPr sz="2000">
              <a:solidFill>
                <a:srgbClr val="FFFFFF"/>
              </a:solidFill>
              <a:latin typeface="Arial"/>
              <a:ea typeface="Arial"/>
              <a:cs typeface="Arial"/>
              <a:sym typeface="Arial"/>
            </a:endParaRPr>
          </a:p>
        </p:txBody>
      </p:sp>
      <p:pic>
        <p:nvPicPr>
          <p:cNvPr id="138" name="Google Shape;138;p15"/>
          <p:cNvPicPr preferRelativeResize="0"/>
          <p:nvPr/>
        </p:nvPicPr>
        <p:blipFill>
          <a:blip r:embed="rId7">
            <a:alphaModFix/>
          </a:blip>
          <a:stretch>
            <a:fillRect/>
          </a:stretch>
        </p:blipFill>
        <p:spPr>
          <a:xfrm>
            <a:off x="1989650" y="3460750"/>
            <a:ext cx="1799150" cy="1703900"/>
          </a:xfrm>
          <a:prstGeom prst="rect">
            <a:avLst/>
          </a:prstGeom>
          <a:noFill/>
          <a:ln>
            <a:noFill/>
          </a:ln>
        </p:spPr>
      </p:pic>
      <p:sp>
        <p:nvSpPr>
          <p:cNvPr id="139" name="Google Shape;139;p15"/>
          <p:cNvSpPr txBox="1"/>
          <p:nvPr/>
        </p:nvSpPr>
        <p:spPr>
          <a:xfrm>
            <a:off x="2458850" y="3714750"/>
            <a:ext cx="1042800" cy="1159225"/>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FFFFFF"/>
                </a:solidFill>
                <a:latin typeface="Arial"/>
                <a:ea typeface="Arial"/>
                <a:cs typeface="Arial"/>
                <a:sym typeface="Arial"/>
              </a:rPr>
              <a:t>Project</a:t>
            </a:r>
            <a:endParaRPr sz="2000">
              <a:solidFill>
                <a:srgbClr val="FFFFFF"/>
              </a:solidFill>
              <a:latin typeface="Arial"/>
              <a:ea typeface="Arial"/>
              <a:cs typeface="Arial"/>
              <a:sym typeface="Arial"/>
            </a:endParaRPr>
          </a:p>
        </p:txBody>
      </p:sp>
      <p:pic>
        <p:nvPicPr>
          <p:cNvPr id="140" name="Google Shape;140;p15"/>
          <p:cNvPicPr preferRelativeResize="0"/>
          <p:nvPr/>
        </p:nvPicPr>
        <p:blipFill>
          <a:blip r:embed="rId8">
            <a:alphaModFix/>
          </a:blip>
          <a:stretch>
            <a:fillRect/>
          </a:stretch>
        </p:blipFill>
        <p:spPr>
          <a:xfrm>
            <a:off x="3111500" y="4804825"/>
            <a:ext cx="889000" cy="550325"/>
          </a:xfrm>
          <a:prstGeom prst="rect">
            <a:avLst/>
          </a:prstGeom>
          <a:noFill/>
          <a:ln>
            <a:noFill/>
          </a:ln>
        </p:spPr>
      </p:pic>
      <p:sp>
        <p:nvSpPr>
          <p:cNvPr id="141" name="Google Shape;141;p15"/>
          <p:cNvSpPr txBox="1"/>
          <p:nvPr/>
        </p:nvSpPr>
        <p:spPr>
          <a:xfrm>
            <a:off x="3249075" y="4891250"/>
            <a:ext cx="690025" cy="453650"/>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0070C0"/>
                </a:solidFill>
                <a:latin typeface="Arial"/>
                <a:ea typeface="Arial"/>
                <a:cs typeface="Arial"/>
                <a:sym typeface="Arial"/>
              </a:rPr>
              <a:t>ID_?</a:t>
            </a:r>
            <a:endParaRPr sz="2000">
              <a:solidFill>
                <a:srgbClr val="0070C0"/>
              </a:solidFill>
              <a:latin typeface="Arial"/>
              <a:ea typeface="Arial"/>
              <a:cs typeface="Arial"/>
              <a:sym typeface="Arial"/>
            </a:endParaRPr>
          </a:p>
        </p:txBody>
      </p:sp>
      <p:pic>
        <p:nvPicPr>
          <p:cNvPr id="142" name="Google Shape;142;p15"/>
          <p:cNvPicPr preferRelativeResize="0"/>
          <p:nvPr/>
        </p:nvPicPr>
        <p:blipFill>
          <a:blip r:embed="rId9">
            <a:alphaModFix/>
          </a:blip>
          <a:stretch>
            <a:fillRect/>
          </a:stretch>
        </p:blipFill>
        <p:spPr>
          <a:xfrm>
            <a:off x="8212650" y="169325"/>
            <a:ext cx="1439325" cy="1735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6"/>
          <p:cNvSpPr txBox="1"/>
          <p:nvPr>
            <p:ph type="title"/>
          </p:nvPr>
        </p:nvSpPr>
        <p:spPr>
          <a:xfrm>
            <a:off x="610300" y="356300"/>
            <a:ext cx="9015575" cy="1243875"/>
          </a:xfrm>
          <a:prstGeom prst="rect">
            <a:avLst/>
          </a:prstGeom>
          <a:noFill/>
          <a:ln>
            <a:noFill/>
          </a:ln>
        </p:spPr>
        <p:txBody>
          <a:bodyPr anchorCtr="0" anchor="ctr" bIns="38100" lIns="38100" spcFirstLastPara="1" rIns="38100" wrap="square" tIns="38100">
            <a:noAutofit/>
          </a:bodyPr>
          <a:lstStyle/>
          <a:p>
            <a:pPr indent="0" lvl="0" marL="0" marR="0" rtl="0" algn="l">
              <a:lnSpc>
                <a:spcPct val="119886"/>
              </a:lnSpc>
              <a:spcBef>
                <a:spcPts val="0"/>
              </a:spcBef>
              <a:spcAft>
                <a:spcPts val="0"/>
              </a:spcAft>
              <a:buNone/>
            </a:pPr>
            <a:r>
              <a:rPr lang="en-US" sz="4889">
                <a:solidFill>
                  <a:srgbClr val="4597A0"/>
                </a:solidFill>
                <a:latin typeface="Arial"/>
                <a:ea typeface="Arial"/>
                <a:cs typeface="Arial"/>
                <a:sym typeface="Arial"/>
              </a:rPr>
              <a:t>eleID </a:t>
            </a:r>
            <a:r>
              <a:rPr i="1" lang="en-US" sz="4000">
                <a:solidFill>
                  <a:srgbClr val="4597A0"/>
                </a:solidFill>
                <a:latin typeface="Arial"/>
                <a:ea typeface="Arial"/>
                <a:cs typeface="Arial"/>
                <a:sym typeface="Arial"/>
              </a:rPr>
              <a:t>cont…</a:t>
            </a:r>
            <a:endParaRPr i="1" sz="4000">
              <a:solidFill>
                <a:srgbClr val="4597A0"/>
              </a:solidFill>
              <a:latin typeface="Arial"/>
              <a:ea typeface="Arial"/>
              <a:cs typeface="Arial"/>
              <a:sym typeface="Arial"/>
            </a:endParaRPr>
          </a:p>
        </p:txBody>
      </p:sp>
      <p:sp>
        <p:nvSpPr>
          <p:cNvPr id="148" name="Google Shape;148;p16"/>
          <p:cNvSpPr txBox="1"/>
          <p:nvPr/>
        </p:nvSpPr>
        <p:spPr>
          <a:xfrm>
            <a:off x="610300" y="1829150"/>
            <a:ext cx="9015575" cy="5002725"/>
          </a:xfrm>
          <a:prstGeom prst="rect">
            <a:avLst/>
          </a:prstGeom>
          <a:noFill/>
          <a:ln>
            <a:noFill/>
          </a:ln>
        </p:spPr>
        <p:txBody>
          <a:bodyPr anchorCtr="0" anchor="t" bIns="38100" lIns="38100" spcFirstLastPara="1" rIns="38100" wrap="square" tIns="38100">
            <a:noAutofit/>
          </a:bodyPr>
          <a:lstStyle/>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Best match for the input image will be given.</a:t>
            </a:r>
            <a:br>
              <a:rPr lang="en-US" sz="3556">
                <a:solidFill>
                  <a:srgbClr val="000000"/>
                </a:solidFill>
                <a:latin typeface="Arial"/>
                <a:ea typeface="Arial"/>
                <a:cs typeface="Arial"/>
                <a:sym typeface="Arial"/>
              </a:rPr>
            </a:br>
            <a:br>
              <a:rPr lang="en-US" sz="3556">
                <a:solidFill>
                  <a:srgbClr val="000000"/>
                </a:solidFill>
                <a:latin typeface="Arial"/>
                <a:ea typeface="Arial"/>
                <a:cs typeface="Arial"/>
                <a:sym typeface="Arial"/>
              </a:rPr>
            </a:br>
            <a:br>
              <a:rPr lang="en-US" sz="3556">
                <a:solidFill>
                  <a:srgbClr val="000000"/>
                </a:solidFill>
                <a:latin typeface="Arial"/>
                <a:ea typeface="Arial"/>
                <a:cs typeface="Arial"/>
                <a:sym typeface="Arial"/>
              </a:rPr>
            </a:br>
            <a:endParaRPr sz="3556">
              <a:solidFill>
                <a:srgbClr val="000000"/>
              </a:solidFill>
              <a:latin typeface="Arial"/>
              <a:ea typeface="Arial"/>
              <a:cs typeface="Arial"/>
              <a:sym typeface="Arial"/>
            </a:endParaRPr>
          </a:p>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Other matches are used to verify the result</a:t>
            </a:r>
            <a:endParaRPr sz="3556">
              <a:solidFill>
                <a:srgbClr val="000000"/>
              </a:solidFill>
              <a:latin typeface="Arial"/>
              <a:ea typeface="Arial"/>
              <a:cs typeface="Arial"/>
              <a:sym typeface="Arial"/>
            </a:endParaRPr>
          </a:p>
        </p:txBody>
      </p:sp>
      <p:pic>
        <p:nvPicPr>
          <p:cNvPr id="149" name="Google Shape;149;p16"/>
          <p:cNvPicPr preferRelativeResize="0"/>
          <p:nvPr/>
        </p:nvPicPr>
        <p:blipFill>
          <a:blip r:embed="rId3">
            <a:alphaModFix/>
          </a:blip>
          <a:stretch>
            <a:fillRect/>
          </a:stretch>
        </p:blipFill>
        <p:spPr>
          <a:xfrm>
            <a:off x="3725325" y="3301975"/>
            <a:ext cx="4529650" cy="1587500"/>
          </a:xfrm>
          <a:prstGeom prst="rect">
            <a:avLst/>
          </a:prstGeom>
          <a:noFill/>
          <a:ln>
            <a:noFill/>
          </a:ln>
        </p:spPr>
      </p:pic>
      <p:pic>
        <p:nvPicPr>
          <p:cNvPr id="150" name="Google Shape;150;p16"/>
          <p:cNvPicPr preferRelativeResize="0"/>
          <p:nvPr/>
        </p:nvPicPr>
        <p:blipFill>
          <a:blip r:embed="rId4">
            <a:alphaModFix/>
          </a:blip>
          <a:stretch>
            <a:fillRect/>
          </a:stretch>
        </p:blipFill>
        <p:spPr>
          <a:xfrm>
            <a:off x="846650" y="3206725"/>
            <a:ext cx="1270000" cy="1820325"/>
          </a:xfrm>
          <a:prstGeom prst="rect">
            <a:avLst/>
          </a:prstGeom>
          <a:noFill/>
          <a:ln>
            <a:noFill/>
          </a:ln>
        </p:spPr>
      </p:pic>
      <p:pic>
        <p:nvPicPr>
          <p:cNvPr id="151" name="Google Shape;151;p16"/>
          <p:cNvPicPr preferRelativeResize="0"/>
          <p:nvPr/>
        </p:nvPicPr>
        <p:blipFill>
          <a:blip r:embed="rId5">
            <a:alphaModFix/>
          </a:blip>
          <a:stretch>
            <a:fillRect/>
          </a:stretch>
        </p:blipFill>
        <p:spPr>
          <a:xfrm>
            <a:off x="3460750" y="2963325"/>
            <a:ext cx="1788575" cy="423325"/>
          </a:xfrm>
          <a:prstGeom prst="rect">
            <a:avLst/>
          </a:prstGeom>
          <a:noFill/>
          <a:ln>
            <a:noFill/>
          </a:ln>
        </p:spPr>
      </p:pic>
      <p:sp>
        <p:nvSpPr>
          <p:cNvPr id="152" name="Google Shape;152;p16"/>
          <p:cNvSpPr txBox="1"/>
          <p:nvPr/>
        </p:nvSpPr>
        <p:spPr>
          <a:xfrm>
            <a:off x="3564800" y="3014475"/>
            <a:ext cx="1658400" cy="397225"/>
          </a:xfrm>
          <a:prstGeom prst="rect">
            <a:avLst/>
          </a:prstGeom>
          <a:noFill/>
          <a:ln>
            <a:noFill/>
          </a:ln>
        </p:spPr>
        <p:txBody>
          <a:bodyPr anchorCtr="0" anchor="t" bIns="38100" lIns="38100" spcFirstLastPara="1" rIns="38100" wrap="square" tIns="38100">
            <a:noAutofit/>
          </a:bodyPr>
          <a:lstStyle/>
          <a:p>
            <a:pPr indent="0" lvl="0" marL="0" marR="0" rtl="0" algn="ctr">
              <a:lnSpc>
                <a:spcPct val="119642"/>
              </a:lnSpc>
              <a:spcBef>
                <a:spcPts val="0"/>
              </a:spcBef>
              <a:spcAft>
                <a:spcPts val="0"/>
              </a:spcAft>
              <a:buNone/>
            </a:pPr>
            <a:r>
              <a:rPr lang="en-US" sz="1556">
                <a:solidFill>
                  <a:srgbClr val="000000"/>
                </a:solidFill>
                <a:latin typeface="Arial"/>
                <a:ea typeface="Arial"/>
                <a:cs typeface="Arial"/>
                <a:sym typeface="Arial"/>
              </a:rPr>
              <a:t>Best match</a:t>
            </a:r>
            <a:endParaRPr sz="1556">
              <a:solidFill>
                <a:srgbClr val="000000"/>
              </a:solidFill>
              <a:latin typeface="Arial"/>
              <a:ea typeface="Arial"/>
              <a:cs typeface="Arial"/>
              <a:sym typeface="Arial"/>
            </a:endParaRPr>
          </a:p>
        </p:txBody>
      </p:sp>
      <p:pic>
        <p:nvPicPr>
          <p:cNvPr id="153" name="Google Shape;153;p16"/>
          <p:cNvPicPr preferRelativeResize="0"/>
          <p:nvPr/>
        </p:nvPicPr>
        <p:blipFill>
          <a:blip r:embed="rId5">
            <a:alphaModFix/>
          </a:blip>
          <a:stretch>
            <a:fillRect/>
          </a:stretch>
        </p:blipFill>
        <p:spPr>
          <a:xfrm>
            <a:off x="5080000" y="2963325"/>
            <a:ext cx="1788575" cy="423325"/>
          </a:xfrm>
          <a:prstGeom prst="rect">
            <a:avLst/>
          </a:prstGeom>
          <a:noFill/>
          <a:ln>
            <a:noFill/>
          </a:ln>
        </p:spPr>
      </p:pic>
      <p:sp>
        <p:nvSpPr>
          <p:cNvPr id="154" name="Google Shape;154;p16"/>
          <p:cNvSpPr txBox="1"/>
          <p:nvPr/>
        </p:nvSpPr>
        <p:spPr>
          <a:xfrm>
            <a:off x="5182300" y="3014475"/>
            <a:ext cx="1658400" cy="397225"/>
          </a:xfrm>
          <a:prstGeom prst="rect">
            <a:avLst/>
          </a:prstGeom>
          <a:noFill/>
          <a:ln>
            <a:noFill/>
          </a:ln>
        </p:spPr>
        <p:txBody>
          <a:bodyPr anchorCtr="0" anchor="t" bIns="38100" lIns="38100" spcFirstLastPara="1" rIns="38100" wrap="square" tIns="38100">
            <a:noAutofit/>
          </a:bodyPr>
          <a:lstStyle/>
          <a:p>
            <a:pPr indent="0" lvl="0" marL="0" marR="0" rtl="0" algn="ctr">
              <a:lnSpc>
                <a:spcPct val="119642"/>
              </a:lnSpc>
              <a:spcBef>
                <a:spcPts val="0"/>
              </a:spcBef>
              <a:spcAft>
                <a:spcPts val="0"/>
              </a:spcAft>
              <a:buNone/>
            </a:pPr>
            <a:r>
              <a:rPr lang="en-US" sz="1556">
                <a:solidFill>
                  <a:srgbClr val="000000"/>
                </a:solidFill>
                <a:latin typeface="Arial"/>
                <a:ea typeface="Arial"/>
                <a:cs typeface="Arial"/>
                <a:sym typeface="Arial"/>
              </a:rPr>
              <a:t>Second match</a:t>
            </a:r>
            <a:endParaRPr sz="1556">
              <a:solidFill>
                <a:srgbClr val="000000"/>
              </a:solidFill>
              <a:latin typeface="Arial"/>
              <a:ea typeface="Arial"/>
              <a:cs typeface="Arial"/>
              <a:sym typeface="Arial"/>
            </a:endParaRPr>
          </a:p>
        </p:txBody>
      </p:sp>
      <p:pic>
        <p:nvPicPr>
          <p:cNvPr id="155" name="Google Shape;155;p16"/>
          <p:cNvPicPr preferRelativeResize="0"/>
          <p:nvPr/>
        </p:nvPicPr>
        <p:blipFill>
          <a:blip r:embed="rId5">
            <a:alphaModFix/>
          </a:blip>
          <a:stretch>
            <a:fillRect/>
          </a:stretch>
        </p:blipFill>
        <p:spPr>
          <a:xfrm>
            <a:off x="6773325" y="2963325"/>
            <a:ext cx="1788575" cy="423325"/>
          </a:xfrm>
          <a:prstGeom prst="rect">
            <a:avLst/>
          </a:prstGeom>
          <a:noFill/>
          <a:ln>
            <a:noFill/>
          </a:ln>
        </p:spPr>
      </p:pic>
      <p:sp>
        <p:nvSpPr>
          <p:cNvPr id="156" name="Google Shape;156;p16"/>
          <p:cNvSpPr txBox="1"/>
          <p:nvPr/>
        </p:nvSpPr>
        <p:spPr>
          <a:xfrm>
            <a:off x="6875625" y="3014475"/>
            <a:ext cx="1658400" cy="397225"/>
          </a:xfrm>
          <a:prstGeom prst="rect">
            <a:avLst/>
          </a:prstGeom>
          <a:noFill/>
          <a:ln>
            <a:noFill/>
          </a:ln>
        </p:spPr>
        <p:txBody>
          <a:bodyPr anchorCtr="0" anchor="t" bIns="38100" lIns="38100" spcFirstLastPara="1" rIns="38100" wrap="square" tIns="38100">
            <a:noAutofit/>
          </a:bodyPr>
          <a:lstStyle/>
          <a:p>
            <a:pPr indent="0" lvl="0" marL="0" marR="0" rtl="0" algn="ctr">
              <a:lnSpc>
                <a:spcPct val="119642"/>
              </a:lnSpc>
              <a:spcBef>
                <a:spcPts val="0"/>
              </a:spcBef>
              <a:spcAft>
                <a:spcPts val="0"/>
              </a:spcAft>
              <a:buNone/>
            </a:pPr>
            <a:r>
              <a:rPr lang="en-US" sz="1556">
                <a:solidFill>
                  <a:srgbClr val="000000"/>
                </a:solidFill>
                <a:latin typeface="Arial"/>
                <a:ea typeface="Arial"/>
                <a:cs typeface="Arial"/>
                <a:sym typeface="Arial"/>
              </a:rPr>
              <a:t>Third match</a:t>
            </a:r>
            <a:endParaRPr sz="1556">
              <a:solidFill>
                <a:srgbClr val="000000"/>
              </a:solidFill>
              <a:latin typeface="Arial"/>
              <a:ea typeface="Arial"/>
              <a:cs typeface="Arial"/>
              <a:sym typeface="Arial"/>
            </a:endParaRPr>
          </a:p>
        </p:txBody>
      </p:sp>
      <p:pic>
        <p:nvPicPr>
          <p:cNvPr id="157" name="Google Shape;157;p16"/>
          <p:cNvPicPr preferRelativeResize="0"/>
          <p:nvPr/>
        </p:nvPicPr>
        <p:blipFill>
          <a:blip r:embed="rId5">
            <a:alphaModFix/>
          </a:blip>
          <a:stretch>
            <a:fillRect/>
          </a:stretch>
        </p:blipFill>
        <p:spPr>
          <a:xfrm>
            <a:off x="592650" y="2963325"/>
            <a:ext cx="1788575" cy="423325"/>
          </a:xfrm>
          <a:prstGeom prst="rect">
            <a:avLst/>
          </a:prstGeom>
          <a:noFill/>
          <a:ln>
            <a:noFill/>
          </a:ln>
        </p:spPr>
      </p:pic>
      <p:sp>
        <p:nvSpPr>
          <p:cNvPr id="158" name="Google Shape;158;p16"/>
          <p:cNvSpPr txBox="1"/>
          <p:nvPr/>
        </p:nvSpPr>
        <p:spPr>
          <a:xfrm>
            <a:off x="694950" y="3014475"/>
            <a:ext cx="1658400" cy="397225"/>
          </a:xfrm>
          <a:prstGeom prst="rect">
            <a:avLst/>
          </a:prstGeom>
          <a:noFill/>
          <a:ln>
            <a:noFill/>
          </a:ln>
        </p:spPr>
        <p:txBody>
          <a:bodyPr anchorCtr="0" anchor="t" bIns="38100" lIns="38100" spcFirstLastPara="1" rIns="38100" wrap="square" tIns="38100">
            <a:noAutofit/>
          </a:bodyPr>
          <a:lstStyle/>
          <a:p>
            <a:pPr indent="0" lvl="0" marL="0" marR="0" rtl="0" algn="ctr">
              <a:lnSpc>
                <a:spcPct val="119642"/>
              </a:lnSpc>
              <a:spcBef>
                <a:spcPts val="0"/>
              </a:spcBef>
              <a:spcAft>
                <a:spcPts val="0"/>
              </a:spcAft>
              <a:buNone/>
            </a:pPr>
            <a:r>
              <a:rPr lang="en-US" sz="1556">
                <a:solidFill>
                  <a:srgbClr val="000000"/>
                </a:solidFill>
                <a:latin typeface="Arial"/>
                <a:ea typeface="Arial"/>
                <a:cs typeface="Arial"/>
                <a:sym typeface="Arial"/>
              </a:rPr>
              <a:t>Input image</a:t>
            </a:r>
            <a:endParaRPr sz="1556">
              <a:solidFill>
                <a:srgbClr val="000000"/>
              </a:solidFill>
              <a:latin typeface="Arial"/>
              <a:ea typeface="Arial"/>
              <a:cs typeface="Arial"/>
              <a:sym typeface="Arial"/>
            </a:endParaRPr>
          </a:p>
        </p:txBody>
      </p:sp>
      <p:pic>
        <p:nvPicPr>
          <p:cNvPr id="159" name="Google Shape;159;p16"/>
          <p:cNvPicPr preferRelativeResize="0"/>
          <p:nvPr/>
        </p:nvPicPr>
        <p:blipFill>
          <a:blip r:embed="rId6">
            <a:alphaModFix/>
          </a:blip>
          <a:stretch>
            <a:fillRect/>
          </a:stretch>
        </p:blipFill>
        <p:spPr>
          <a:xfrm>
            <a:off x="8212650" y="169325"/>
            <a:ext cx="1439325" cy="1735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7"/>
          <p:cNvSpPr txBox="1"/>
          <p:nvPr>
            <p:ph type="title"/>
          </p:nvPr>
        </p:nvSpPr>
        <p:spPr>
          <a:xfrm>
            <a:off x="610300" y="356300"/>
            <a:ext cx="9015575" cy="1243875"/>
          </a:xfrm>
          <a:prstGeom prst="rect">
            <a:avLst/>
          </a:prstGeom>
          <a:noFill/>
          <a:ln>
            <a:noFill/>
          </a:ln>
        </p:spPr>
        <p:txBody>
          <a:bodyPr anchorCtr="0" anchor="ctr" bIns="38100" lIns="38100" spcFirstLastPara="1" rIns="38100" wrap="square" tIns="38100">
            <a:noAutofit/>
          </a:bodyPr>
          <a:lstStyle/>
          <a:p>
            <a:pPr indent="0" lvl="0" marL="0" marR="0" rtl="0" algn="l">
              <a:lnSpc>
                <a:spcPct val="119886"/>
              </a:lnSpc>
              <a:spcBef>
                <a:spcPts val="0"/>
              </a:spcBef>
              <a:spcAft>
                <a:spcPts val="0"/>
              </a:spcAft>
              <a:buNone/>
            </a:pPr>
            <a:r>
              <a:rPr lang="en-US" sz="4889">
                <a:solidFill>
                  <a:srgbClr val="224B50"/>
                </a:solidFill>
                <a:latin typeface="Arial"/>
                <a:ea typeface="Arial"/>
                <a:cs typeface="Arial"/>
                <a:sym typeface="Arial"/>
              </a:rPr>
              <a:t>Brick-walls</a:t>
            </a:r>
            <a:endParaRPr sz="4889">
              <a:solidFill>
                <a:srgbClr val="224B50"/>
              </a:solidFill>
              <a:latin typeface="Arial"/>
              <a:ea typeface="Arial"/>
              <a:cs typeface="Arial"/>
              <a:sym typeface="Arial"/>
            </a:endParaRPr>
          </a:p>
        </p:txBody>
      </p:sp>
      <p:sp>
        <p:nvSpPr>
          <p:cNvPr id="165" name="Google Shape;165;p17"/>
          <p:cNvSpPr txBox="1"/>
          <p:nvPr/>
        </p:nvSpPr>
        <p:spPr>
          <a:xfrm>
            <a:off x="610300" y="1829150"/>
            <a:ext cx="9015575" cy="5002725"/>
          </a:xfrm>
          <a:prstGeom prst="rect">
            <a:avLst/>
          </a:prstGeom>
          <a:noFill/>
          <a:ln>
            <a:noFill/>
          </a:ln>
        </p:spPr>
        <p:txBody>
          <a:bodyPr anchorCtr="0" anchor="t" bIns="38100" lIns="38100" spcFirstLastPara="1" rIns="38100" wrap="square" tIns="38100">
            <a:noAutofit/>
          </a:bodyPr>
          <a:lstStyle/>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When pose of the elephant face changes, it affects the accuracy of identification </a:t>
            </a:r>
            <a:endParaRPr sz="3556">
              <a:solidFill>
                <a:srgbClr val="000000"/>
              </a:solidFill>
              <a:latin typeface="Arial"/>
              <a:ea typeface="Arial"/>
              <a:cs typeface="Arial"/>
              <a:sym typeface="Arial"/>
            </a:endParaRPr>
          </a:p>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Have to utilize other information effectively in the identification mechanism</a:t>
            </a:r>
            <a:endParaRPr sz="3556">
              <a:solidFill>
                <a:srgbClr val="000000"/>
              </a:solidFill>
              <a:latin typeface="Arial"/>
              <a:ea typeface="Arial"/>
              <a:cs typeface="Arial"/>
              <a:sym typeface="Arial"/>
            </a:endParaRPr>
          </a:p>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When illumination varies a lot, it affects the accuracy.</a:t>
            </a:r>
            <a:endParaRPr sz="3556">
              <a:solidFill>
                <a:srgbClr val="000000"/>
              </a:solidFill>
              <a:latin typeface="Arial"/>
              <a:ea typeface="Arial"/>
              <a:cs typeface="Arial"/>
              <a:sym typeface="Arial"/>
            </a:endParaRPr>
          </a:p>
        </p:txBody>
      </p:sp>
      <p:pic>
        <p:nvPicPr>
          <p:cNvPr id="166" name="Google Shape;166;p17"/>
          <p:cNvPicPr preferRelativeResize="0"/>
          <p:nvPr/>
        </p:nvPicPr>
        <p:blipFill>
          <a:blip r:embed="rId3">
            <a:alphaModFix/>
          </a:blip>
          <a:stretch>
            <a:fillRect/>
          </a:stretch>
        </p:blipFill>
        <p:spPr>
          <a:xfrm>
            <a:off x="8212650" y="169325"/>
            <a:ext cx="1439325" cy="1735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8"/>
          <p:cNvSpPr txBox="1"/>
          <p:nvPr>
            <p:ph type="title"/>
          </p:nvPr>
        </p:nvSpPr>
        <p:spPr>
          <a:xfrm>
            <a:off x="610300" y="356300"/>
            <a:ext cx="9015575" cy="1243875"/>
          </a:xfrm>
          <a:prstGeom prst="rect">
            <a:avLst/>
          </a:prstGeom>
          <a:noFill/>
          <a:ln>
            <a:noFill/>
          </a:ln>
        </p:spPr>
        <p:txBody>
          <a:bodyPr anchorCtr="0" anchor="ctr" bIns="38100" lIns="38100" spcFirstLastPara="1" rIns="38100" wrap="square" tIns="38100">
            <a:noAutofit/>
          </a:bodyPr>
          <a:lstStyle/>
          <a:p>
            <a:pPr indent="0" lvl="0" marL="0" marR="0" rtl="0" algn="l">
              <a:lnSpc>
                <a:spcPct val="120000"/>
              </a:lnSpc>
              <a:spcBef>
                <a:spcPts val="0"/>
              </a:spcBef>
              <a:spcAft>
                <a:spcPts val="0"/>
              </a:spcAft>
              <a:buNone/>
            </a:pPr>
            <a:r>
              <a:rPr lang="en-US" sz="4444">
                <a:solidFill>
                  <a:srgbClr val="224B50"/>
                </a:solidFill>
                <a:latin typeface="Arial"/>
                <a:ea typeface="Arial"/>
                <a:cs typeface="Arial"/>
                <a:sym typeface="Arial"/>
              </a:rPr>
              <a:t>Current work</a:t>
            </a:r>
            <a:endParaRPr sz="4444">
              <a:solidFill>
                <a:srgbClr val="224B50"/>
              </a:solidFill>
              <a:latin typeface="Arial"/>
              <a:ea typeface="Arial"/>
              <a:cs typeface="Arial"/>
              <a:sym typeface="Arial"/>
            </a:endParaRPr>
          </a:p>
        </p:txBody>
      </p:sp>
      <p:sp>
        <p:nvSpPr>
          <p:cNvPr id="172" name="Google Shape;172;p18"/>
          <p:cNvSpPr txBox="1"/>
          <p:nvPr/>
        </p:nvSpPr>
        <p:spPr>
          <a:xfrm>
            <a:off x="610300" y="1829150"/>
            <a:ext cx="9015575" cy="5002725"/>
          </a:xfrm>
          <a:prstGeom prst="rect">
            <a:avLst/>
          </a:prstGeom>
          <a:noFill/>
          <a:ln>
            <a:noFill/>
          </a:ln>
        </p:spPr>
        <p:txBody>
          <a:bodyPr anchorCtr="0" anchor="t" bIns="38100" lIns="38100" spcFirstLastPara="1" rIns="38100" wrap="square" tIns="38100">
            <a:noAutofit/>
          </a:bodyPr>
          <a:lstStyle/>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To handle pose variations in elephant face images, presently AAM - Active Appearance Models are being tested . </a:t>
            </a:r>
            <a:endParaRPr sz="3556">
              <a:solidFill>
                <a:srgbClr val="000000"/>
              </a:solidFill>
              <a:latin typeface="Arial"/>
              <a:ea typeface="Arial"/>
              <a:cs typeface="Arial"/>
              <a:sym typeface="Arial"/>
            </a:endParaRPr>
          </a:p>
        </p:txBody>
      </p:sp>
      <p:pic>
        <p:nvPicPr>
          <p:cNvPr id="173" name="Google Shape;173;p18"/>
          <p:cNvPicPr preferRelativeResize="0"/>
          <p:nvPr/>
        </p:nvPicPr>
        <p:blipFill>
          <a:blip r:embed="rId3">
            <a:alphaModFix/>
          </a:blip>
          <a:stretch>
            <a:fillRect/>
          </a:stretch>
        </p:blipFill>
        <p:spPr>
          <a:xfrm>
            <a:off x="8212650" y="169325"/>
            <a:ext cx="1439325" cy="1735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type="title"/>
          </p:nvPr>
        </p:nvSpPr>
        <p:spPr>
          <a:xfrm>
            <a:off x="610300" y="356300"/>
            <a:ext cx="9015575" cy="1243875"/>
          </a:xfrm>
          <a:prstGeom prst="rect">
            <a:avLst/>
          </a:prstGeom>
          <a:noFill/>
          <a:ln>
            <a:noFill/>
          </a:ln>
        </p:spPr>
        <p:txBody>
          <a:bodyPr anchorCtr="0" anchor="ctr" bIns="38100" lIns="38100" spcFirstLastPara="1" rIns="38100" wrap="square" tIns="38100">
            <a:noAutofit/>
          </a:bodyPr>
          <a:lstStyle/>
          <a:p>
            <a:pPr indent="0" lvl="0" marL="0" marR="0" rtl="0" algn="l">
              <a:lnSpc>
                <a:spcPct val="119886"/>
              </a:lnSpc>
              <a:spcBef>
                <a:spcPts val="0"/>
              </a:spcBef>
              <a:spcAft>
                <a:spcPts val="0"/>
              </a:spcAft>
              <a:buNone/>
            </a:pPr>
            <a:r>
              <a:rPr lang="en-US" sz="4889">
                <a:solidFill>
                  <a:srgbClr val="224B50"/>
                </a:solidFill>
                <a:latin typeface="Arial"/>
                <a:ea typeface="Arial"/>
                <a:cs typeface="Arial"/>
                <a:sym typeface="Arial"/>
              </a:rPr>
              <a:t>Future direction</a:t>
            </a:r>
            <a:endParaRPr sz="4889">
              <a:solidFill>
                <a:srgbClr val="224B50"/>
              </a:solidFill>
              <a:latin typeface="Arial"/>
              <a:ea typeface="Arial"/>
              <a:cs typeface="Arial"/>
              <a:sym typeface="Arial"/>
            </a:endParaRPr>
          </a:p>
        </p:txBody>
      </p:sp>
      <p:sp>
        <p:nvSpPr>
          <p:cNvPr id="179" name="Google Shape;179;p19"/>
          <p:cNvSpPr txBox="1"/>
          <p:nvPr/>
        </p:nvSpPr>
        <p:spPr>
          <a:xfrm>
            <a:off x="610300" y="1829150"/>
            <a:ext cx="9015575" cy="5002725"/>
          </a:xfrm>
          <a:prstGeom prst="rect">
            <a:avLst/>
          </a:prstGeom>
          <a:noFill/>
          <a:ln>
            <a:noFill/>
          </a:ln>
        </p:spPr>
        <p:txBody>
          <a:bodyPr anchorCtr="0" anchor="t" bIns="38100" lIns="38100" spcFirstLastPara="1" rIns="38100" wrap="square" tIns="38100">
            <a:noAutofit/>
          </a:bodyPr>
          <a:lstStyle/>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Utilize additional information actively in the identification mechanism</a:t>
            </a:r>
            <a:endParaRPr sz="3556">
              <a:solidFill>
                <a:srgbClr val="000000"/>
              </a:solidFill>
              <a:latin typeface="Arial"/>
              <a:ea typeface="Arial"/>
              <a:cs typeface="Arial"/>
              <a:sym typeface="Arial"/>
            </a:endParaRPr>
          </a:p>
          <a:p>
            <a:pPr indent="-248356" lvl="1" marL="762000" marR="0" rtl="0" algn="l">
              <a:lnSpc>
                <a:spcPct val="120089"/>
              </a:lnSpc>
              <a:spcBef>
                <a:spcPts val="0"/>
              </a:spcBef>
              <a:spcAft>
                <a:spcPts val="0"/>
              </a:spcAft>
              <a:buClr>
                <a:srgbClr val="000000"/>
              </a:buClr>
              <a:buSzPts val="3111"/>
              <a:buChar char="○"/>
            </a:pPr>
            <a:r>
              <a:rPr lang="en-US" sz="3111">
                <a:solidFill>
                  <a:srgbClr val="000000"/>
                </a:solidFill>
                <a:latin typeface="Arial"/>
                <a:ea typeface="Arial"/>
                <a:cs typeface="Arial"/>
                <a:sym typeface="Arial"/>
              </a:rPr>
              <a:t>Evidence Combining Mechanism.</a:t>
            </a:r>
            <a:endParaRPr sz="3111">
              <a:solidFill>
                <a:srgbClr val="000000"/>
              </a:solidFill>
              <a:latin typeface="Arial"/>
              <a:ea typeface="Arial"/>
              <a:cs typeface="Arial"/>
              <a:sym typeface="Arial"/>
            </a:endParaRPr>
          </a:p>
          <a:p>
            <a:pPr indent="-50800" lvl="1" marL="762000" marR="0" rtl="0" algn="l">
              <a:lnSpc>
                <a:spcPct val="120089"/>
              </a:lnSpc>
              <a:spcBef>
                <a:spcPts val="0"/>
              </a:spcBef>
              <a:spcAft>
                <a:spcPts val="0"/>
              </a:spcAft>
              <a:buClr>
                <a:srgbClr val="000000"/>
              </a:buClr>
              <a:buSzPts val="3111"/>
              <a:buNone/>
            </a:pPr>
            <a:r>
              <a:rPr lang="en-US" sz="3111">
                <a:solidFill>
                  <a:srgbClr val="000000"/>
                </a:solidFill>
                <a:latin typeface="Arial"/>
                <a:ea typeface="Arial"/>
                <a:cs typeface="Arial"/>
                <a:sym typeface="Arial"/>
              </a:rPr>
              <a:t>Eg. Ear data</a:t>
            </a:r>
            <a:endParaRPr sz="3111">
              <a:solidFill>
                <a:srgbClr val="000000"/>
              </a:solidFill>
              <a:latin typeface="Arial"/>
              <a:ea typeface="Arial"/>
              <a:cs typeface="Arial"/>
              <a:sym typeface="Arial"/>
            </a:endParaRPr>
          </a:p>
        </p:txBody>
      </p:sp>
      <p:pic>
        <p:nvPicPr>
          <p:cNvPr id="180" name="Google Shape;180;p19"/>
          <p:cNvPicPr preferRelativeResize="0"/>
          <p:nvPr/>
        </p:nvPicPr>
        <p:blipFill>
          <a:blip r:embed="rId3">
            <a:alphaModFix/>
          </a:blip>
          <a:stretch>
            <a:fillRect/>
          </a:stretch>
        </p:blipFill>
        <p:spPr>
          <a:xfrm>
            <a:off x="8212650" y="169325"/>
            <a:ext cx="1439325" cy="1735650"/>
          </a:xfrm>
          <a:prstGeom prst="rect">
            <a:avLst/>
          </a:prstGeom>
          <a:noFill/>
          <a:ln>
            <a:noFill/>
          </a:ln>
        </p:spPr>
      </p:pic>
      <p:pic>
        <p:nvPicPr>
          <p:cNvPr id="181" name="Google Shape;181;p19"/>
          <p:cNvPicPr preferRelativeResize="0"/>
          <p:nvPr/>
        </p:nvPicPr>
        <p:blipFill>
          <a:blip r:embed="rId4">
            <a:alphaModFix/>
          </a:blip>
          <a:stretch>
            <a:fillRect/>
          </a:stretch>
        </p:blipFill>
        <p:spPr>
          <a:xfrm>
            <a:off x="5069400" y="4042825"/>
            <a:ext cx="2571750" cy="2317725"/>
          </a:xfrm>
          <a:prstGeom prst="rect">
            <a:avLst/>
          </a:prstGeom>
          <a:noFill/>
          <a:ln>
            <a:noFill/>
          </a:ln>
        </p:spPr>
      </p:pic>
      <p:pic>
        <p:nvPicPr>
          <p:cNvPr id="182" name="Google Shape;182;p19"/>
          <p:cNvPicPr preferRelativeResize="0"/>
          <p:nvPr/>
        </p:nvPicPr>
        <p:blipFill>
          <a:blip r:embed="rId5">
            <a:alphaModFix/>
          </a:blip>
          <a:stretch>
            <a:fillRect/>
          </a:stretch>
        </p:blipFill>
        <p:spPr>
          <a:xfrm>
            <a:off x="0" y="0"/>
            <a:ext cx="5683250" cy="7376575"/>
          </a:xfrm>
          <a:prstGeom prst="rect">
            <a:avLst/>
          </a:prstGeom>
          <a:noFill/>
          <a:ln>
            <a:noFill/>
          </a:ln>
        </p:spPr>
      </p:pic>
      <p:pic>
        <p:nvPicPr>
          <p:cNvPr id="183" name="Google Shape;183;p19"/>
          <p:cNvPicPr preferRelativeResize="0"/>
          <p:nvPr/>
        </p:nvPicPr>
        <p:blipFill>
          <a:blip r:embed="rId6">
            <a:alphaModFix/>
          </a:blip>
          <a:stretch>
            <a:fillRect/>
          </a:stretch>
        </p:blipFill>
        <p:spPr>
          <a:xfrm>
            <a:off x="1270000" y="4063975"/>
            <a:ext cx="2614075" cy="2349500"/>
          </a:xfrm>
          <a:prstGeom prst="rect">
            <a:avLst/>
          </a:prstGeom>
          <a:noFill/>
          <a:ln>
            <a:noFill/>
          </a:ln>
        </p:spPr>
      </p:pic>
      <p:pic>
        <p:nvPicPr>
          <p:cNvPr id="184" name="Google Shape;184;p19"/>
          <p:cNvPicPr preferRelativeResize="0"/>
          <p:nvPr/>
        </p:nvPicPr>
        <p:blipFill>
          <a:blip r:embed="rId7">
            <a:alphaModFix/>
          </a:blip>
          <a:stretch>
            <a:fillRect/>
          </a:stretch>
        </p:blipFill>
        <p:spPr>
          <a:xfrm>
            <a:off x="0" y="0"/>
            <a:ext cx="8911150" cy="7122575"/>
          </a:xfrm>
          <a:prstGeom prst="rect">
            <a:avLst/>
          </a:prstGeom>
          <a:noFill/>
          <a:ln>
            <a:noFill/>
          </a:ln>
        </p:spPr>
      </p:pic>
      <p:pic>
        <p:nvPicPr>
          <p:cNvPr id="185" name="Google Shape;185;p19"/>
          <p:cNvPicPr preferRelativeResize="0"/>
          <p:nvPr/>
        </p:nvPicPr>
        <p:blipFill>
          <a:blip r:embed="rId8">
            <a:alphaModFix/>
          </a:blip>
          <a:stretch>
            <a:fillRect/>
          </a:stretch>
        </p:blipFill>
        <p:spPr>
          <a:xfrm>
            <a:off x="0" y="0"/>
            <a:ext cx="9842500" cy="6096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0"/>
          <p:cNvSpPr txBox="1"/>
          <p:nvPr>
            <p:ph type="title"/>
          </p:nvPr>
        </p:nvSpPr>
        <p:spPr>
          <a:xfrm>
            <a:off x="610300" y="356300"/>
            <a:ext cx="9015575" cy="1243875"/>
          </a:xfrm>
          <a:prstGeom prst="rect">
            <a:avLst/>
          </a:prstGeom>
          <a:noFill/>
          <a:ln>
            <a:noFill/>
          </a:ln>
        </p:spPr>
        <p:txBody>
          <a:bodyPr anchorCtr="0" anchor="ctr" bIns="38100" lIns="38100" spcFirstLastPara="1" rIns="38100" wrap="square" tIns="38100">
            <a:noAutofit/>
          </a:bodyPr>
          <a:lstStyle/>
          <a:p>
            <a:pPr indent="0" lvl="0" marL="0" marR="0" rtl="0" algn="ctr">
              <a:lnSpc>
                <a:spcPct val="119886"/>
              </a:lnSpc>
              <a:spcBef>
                <a:spcPts val="0"/>
              </a:spcBef>
              <a:spcAft>
                <a:spcPts val="0"/>
              </a:spcAft>
              <a:buNone/>
            </a:pPr>
            <a:r>
              <a:rPr lang="en-US" sz="4889">
                <a:solidFill>
                  <a:srgbClr val="72BFC5"/>
                </a:solidFill>
                <a:latin typeface="Arial"/>
                <a:ea typeface="Arial"/>
                <a:cs typeface="Arial"/>
                <a:sym typeface="Arial"/>
              </a:rPr>
              <a:t>Summary</a:t>
            </a:r>
            <a:endParaRPr sz="4889">
              <a:solidFill>
                <a:srgbClr val="72BFC5"/>
              </a:solidFill>
              <a:latin typeface="Arial"/>
              <a:ea typeface="Arial"/>
              <a:cs typeface="Arial"/>
              <a:sym typeface="Arial"/>
            </a:endParaRPr>
          </a:p>
        </p:txBody>
      </p:sp>
      <p:sp>
        <p:nvSpPr>
          <p:cNvPr id="191" name="Google Shape;191;p20"/>
          <p:cNvSpPr txBox="1"/>
          <p:nvPr>
            <p:ph idx="1" type="body"/>
          </p:nvPr>
        </p:nvSpPr>
        <p:spPr>
          <a:xfrm>
            <a:off x="610300" y="1829150"/>
            <a:ext cx="9015575" cy="5002725"/>
          </a:xfrm>
          <a:prstGeom prst="rect">
            <a:avLst/>
          </a:prstGeom>
          <a:noFill/>
          <a:ln>
            <a:noFill/>
          </a:ln>
        </p:spPr>
        <p:txBody>
          <a:bodyPr anchorCtr="0" anchor="t" bIns="38100" lIns="38100" spcFirstLastPara="1" rIns="38100" wrap="square" tIns="38100">
            <a:noAutofit/>
          </a:bodyPr>
          <a:lstStyle/>
          <a:p>
            <a:pPr indent="-276578" lvl="0" marL="381000" marR="0" rtl="0" algn="l">
              <a:lnSpc>
                <a:spcPct val="119921"/>
              </a:lnSpc>
              <a:spcBef>
                <a:spcPts val="0"/>
              </a:spcBef>
              <a:spcAft>
                <a:spcPts val="0"/>
              </a:spcAft>
              <a:buClr>
                <a:srgbClr val="3C8C93"/>
              </a:buClr>
              <a:buSzPts val="3556"/>
              <a:buChar char="●"/>
            </a:pPr>
            <a:r>
              <a:rPr lang="en-US" sz="3556">
                <a:solidFill>
                  <a:srgbClr val="3C8C93"/>
                </a:solidFill>
                <a:latin typeface="Arial"/>
                <a:ea typeface="Arial"/>
                <a:cs typeface="Arial"/>
                <a:sym typeface="Arial"/>
              </a:rPr>
              <a:t>Individual elephant identification is important for habitat monitoring. </a:t>
            </a:r>
            <a:endParaRPr sz="3556">
              <a:solidFill>
                <a:srgbClr val="3C8C93"/>
              </a:solidFill>
              <a:latin typeface="Arial"/>
              <a:ea typeface="Arial"/>
              <a:cs typeface="Arial"/>
              <a:sym typeface="Arial"/>
            </a:endParaRPr>
          </a:p>
          <a:p>
            <a:pPr indent="-276578" lvl="0" marL="381000" marR="0" rtl="0" algn="l">
              <a:lnSpc>
                <a:spcPct val="119921"/>
              </a:lnSpc>
              <a:spcBef>
                <a:spcPts val="0"/>
              </a:spcBef>
              <a:spcAft>
                <a:spcPts val="0"/>
              </a:spcAft>
              <a:buClr>
                <a:srgbClr val="3C8C93"/>
              </a:buClr>
              <a:buSzPts val="3556"/>
              <a:buChar char="●"/>
            </a:pPr>
            <a:r>
              <a:rPr lang="en-US" sz="3556">
                <a:solidFill>
                  <a:srgbClr val="3C8C93"/>
                </a:solidFill>
                <a:latin typeface="Arial"/>
                <a:ea typeface="Arial"/>
                <a:cs typeface="Arial"/>
                <a:sym typeface="Arial"/>
              </a:rPr>
              <a:t>Computer Vision based mechanisms can be successfully utilized for individual elephant identification.</a:t>
            </a:r>
            <a:endParaRPr sz="3556">
              <a:solidFill>
                <a:srgbClr val="3C8C93"/>
              </a:solidFill>
              <a:latin typeface="Arial"/>
              <a:ea typeface="Arial"/>
              <a:cs typeface="Arial"/>
              <a:sym typeface="Arial"/>
            </a:endParaRPr>
          </a:p>
          <a:p>
            <a:pPr indent="-276578" lvl="0" marL="381000" marR="0" rtl="0" algn="l">
              <a:lnSpc>
                <a:spcPct val="119921"/>
              </a:lnSpc>
              <a:spcBef>
                <a:spcPts val="0"/>
              </a:spcBef>
              <a:spcAft>
                <a:spcPts val="0"/>
              </a:spcAft>
              <a:buClr>
                <a:srgbClr val="3C8C93"/>
              </a:buClr>
              <a:buSzPts val="3556"/>
              <a:buChar char="●"/>
            </a:pPr>
            <a:r>
              <a:rPr lang="en-US" sz="3556">
                <a:solidFill>
                  <a:srgbClr val="3C8C93"/>
                </a:solidFill>
                <a:latin typeface="Arial"/>
                <a:ea typeface="Arial"/>
                <a:cs typeface="Arial"/>
                <a:sym typeface="Arial"/>
              </a:rPr>
              <a:t>elePortal enables large community involvement and efficient data handling. </a:t>
            </a:r>
            <a:endParaRPr sz="3556">
              <a:solidFill>
                <a:srgbClr val="3C8C93"/>
              </a:solidFill>
              <a:latin typeface="Arial"/>
              <a:ea typeface="Arial"/>
              <a:cs typeface="Arial"/>
              <a:sym typeface="Arial"/>
            </a:endParaRPr>
          </a:p>
          <a:p>
            <a:pPr indent="0" lvl="0" marL="0" marR="0" rtl="0" algn="l">
              <a:lnSpc>
                <a:spcPct val="119921"/>
              </a:lnSpc>
              <a:spcBef>
                <a:spcPts val="635"/>
              </a:spcBef>
              <a:spcAft>
                <a:spcPts val="0"/>
              </a:spcAft>
              <a:buNone/>
            </a:pPr>
            <a:r>
              <a:t/>
            </a:r>
            <a:endParaRPr sz="3556">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1"/>
          <p:cNvSpPr txBox="1"/>
          <p:nvPr>
            <p:ph type="title"/>
          </p:nvPr>
        </p:nvSpPr>
        <p:spPr>
          <a:xfrm>
            <a:off x="610300" y="356300"/>
            <a:ext cx="9015575" cy="1243875"/>
          </a:xfrm>
          <a:prstGeom prst="rect">
            <a:avLst/>
          </a:prstGeom>
          <a:noFill/>
          <a:ln>
            <a:noFill/>
          </a:ln>
        </p:spPr>
        <p:txBody>
          <a:bodyPr anchorCtr="0" anchor="ctr" bIns="38100" lIns="38100" spcFirstLastPara="1" rIns="38100" wrap="square" tIns="38100">
            <a:noAutofit/>
          </a:bodyPr>
          <a:lstStyle/>
          <a:p>
            <a:pPr indent="0" lvl="0" marL="0" marR="0" rtl="0" algn="ctr">
              <a:lnSpc>
                <a:spcPct val="119886"/>
              </a:lnSpc>
              <a:spcBef>
                <a:spcPts val="0"/>
              </a:spcBef>
              <a:spcAft>
                <a:spcPts val="0"/>
              </a:spcAft>
              <a:buNone/>
            </a:pPr>
            <a:r>
              <a:rPr lang="en-US" sz="4889">
                <a:solidFill>
                  <a:srgbClr val="3C8C93"/>
                </a:solidFill>
                <a:latin typeface="Arial"/>
                <a:ea typeface="Arial"/>
                <a:cs typeface="Arial"/>
                <a:sym typeface="Arial"/>
              </a:rPr>
              <a:t>Acknowledgement</a:t>
            </a:r>
            <a:endParaRPr sz="4889">
              <a:solidFill>
                <a:srgbClr val="3C8C93"/>
              </a:solidFill>
              <a:latin typeface="Arial"/>
              <a:ea typeface="Arial"/>
              <a:cs typeface="Arial"/>
              <a:sym typeface="Arial"/>
            </a:endParaRPr>
          </a:p>
        </p:txBody>
      </p:sp>
      <p:sp>
        <p:nvSpPr>
          <p:cNvPr id="197" name="Google Shape;197;p21"/>
          <p:cNvSpPr txBox="1"/>
          <p:nvPr/>
        </p:nvSpPr>
        <p:spPr>
          <a:xfrm>
            <a:off x="610300" y="1829150"/>
            <a:ext cx="9015575" cy="5002725"/>
          </a:xfrm>
          <a:prstGeom prst="rect">
            <a:avLst/>
          </a:prstGeom>
          <a:noFill/>
          <a:ln>
            <a:noFill/>
          </a:ln>
        </p:spPr>
        <p:txBody>
          <a:bodyPr anchorCtr="0" anchor="t" bIns="38100" lIns="38100" spcFirstLastPara="1" rIns="38100" wrap="square" tIns="38100">
            <a:noAutofit/>
          </a:bodyPr>
          <a:lstStyle/>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Partially-funded by Tides Foundation through Google Geo Challenge Grant.</a:t>
            </a:r>
            <a:endParaRPr sz="3556">
              <a:solidFill>
                <a:srgbClr val="000000"/>
              </a:solidFill>
              <a:latin typeface="Arial"/>
              <a:ea typeface="Arial"/>
              <a:cs typeface="Arial"/>
              <a:sym typeface="Arial"/>
            </a:endParaRPr>
          </a:p>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Sub-project of Sri Lanka Wildlife Conservation Society’s Saving Elephants by Helping People Project. </a:t>
            </a:r>
            <a:endParaRPr sz="3556">
              <a:solidFill>
                <a:srgbClr val="000000"/>
              </a:solidFill>
              <a:latin typeface="Arial"/>
              <a:ea typeface="Arial"/>
              <a:cs typeface="Arial"/>
              <a:sym typeface="Arial"/>
            </a:endParaRPr>
          </a:p>
          <a:p>
            <a:pPr indent="0" lvl="0" marL="0" marR="0" rtl="0" algn="l">
              <a:lnSpc>
                <a:spcPct val="119921"/>
              </a:lnSpc>
              <a:spcBef>
                <a:spcPts val="635"/>
              </a:spcBef>
              <a:spcAft>
                <a:spcPts val="0"/>
              </a:spcAft>
              <a:buNone/>
            </a:pPr>
            <a:r>
              <a:t/>
            </a:r>
            <a:endParaRPr sz="3556">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2"/>
          <p:cNvSpPr txBox="1"/>
          <p:nvPr>
            <p:ph type="title"/>
          </p:nvPr>
        </p:nvSpPr>
        <p:spPr>
          <a:xfrm>
            <a:off x="525625" y="2929800"/>
            <a:ext cx="9015575" cy="3309201"/>
          </a:xfrm>
          <a:prstGeom prst="rect">
            <a:avLst/>
          </a:prstGeom>
          <a:noFill/>
          <a:ln>
            <a:noFill/>
          </a:ln>
        </p:spPr>
        <p:txBody>
          <a:bodyPr anchorCtr="0" anchor="ctr" bIns="38100" lIns="38100" spcFirstLastPara="1" rIns="38100" wrap="square" tIns="38100">
            <a:noAutofit/>
          </a:bodyPr>
          <a:lstStyle/>
          <a:p>
            <a:pPr indent="0" lvl="0" marL="0" marR="0" rtl="0" algn="ctr">
              <a:lnSpc>
                <a:spcPct val="120030"/>
              </a:lnSpc>
              <a:spcBef>
                <a:spcPts val="0"/>
              </a:spcBef>
              <a:spcAft>
                <a:spcPts val="0"/>
              </a:spcAft>
              <a:buNone/>
            </a:pPr>
            <a:r>
              <a:rPr lang="en-US" sz="18444">
                <a:solidFill>
                  <a:srgbClr val="000000"/>
                </a:solidFill>
                <a:latin typeface="Arial"/>
                <a:ea typeface="Arial"/>
                <a:cs typeface="Arial"/>
                <a:sym typeface="Arial"/>
              </a:rPr>
              <a:t>Q &amp; A</a:t>
            </a:r>
            <a:endParaRPr sz="18444">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p23"/>
          <p:cNvPicPr preferRelativeResize="0"/>
          <p:nvPr/>
        </p:nvPicPr>
        <p:blipFill>
          <a:blip r:embed="rId3">
            <a:alphaModFix/>
          </a:blip>
          <a:stretch>
            <a:fillRect/>
          </a:stretch>
        </p:blipFill>
        <p:spPr>
          <a:xfrm>
            <a:off x="402150" y="381000"/>
            <a:ext cx="9355650" cy="1682750"/>
          </a:xfrm>
          <a:prstGeom prst="rect">
            <a:avLst/>
          </a:prstGeom>
          <a:noFill/>
          <a:ln>
            <a:noFill/>
          </a:ln>
        </p:spPr>
      </p:pic>
      <p:sp>
        <p:nvSpPr>
          <p:cNvPr id="208" name="Google Shape;208;p23"/>
          <p:cNvSpPr txBox="1"/>
          <p:nvPr/>
        </p:nvSpPr>
        <p:spPr>
          <a:xfrm>
            <a:off x="356300" y="2337150"/>
            <a:ext cx="9523500" cy="4122600"/>
          </a:xfrm>
          <a:prstGeom prst="rect">
            <a:avLst/>
          </a:prstGeom>
          <a:noFill/>
          <a:ln>
            <a:noFill/>
          </a:ln>
        </p:spPr>
        <p:txBody>
          <a:bodyPr anchorCtr="0" anchor="t" bIns="38100" lIns="38100" spcFirstLastPara="1" rIns="38100" wrap="square" tIns="38100">
            <a:noAutofit/>
          </a:bodyPr>
          <a:lstStyle/>
          <a:p>
            <a:pPr indent="0" lvl="0" marL="0" marR="0" rtl="0" algn="l">
              <a:lnSpc>
                <a:spcPct val="107812"/>
              </a:lnSpc>
              <a:spcBef>
                <a:spcPts val="0"/>
              </a:spcBef>
              <a:spcAft>
                <a:spcPts val="0"/>
              </a:spcAft>
              <a:buNone/>
            </a:pPr>
            <a:r>
              <a:t/>
            </a:r>
            <a:endParaRPr sz="3556">
              <a:solidFill>
                <a:srgbClr val="4E3B30"/>
              </a:solidFill>
              <a:latin typeface="Arial"/>
              <a:ea typeface="Arial"/>
              <a:cs typeface="Arial"/>
              <a:sym typeface="Arial"/>
            </a:endParaRPr>
          </a:p>
          <a:p>
            <a:pPr indent="-276578" lvl="0" marL="381000" marR="0" rtl="0" algn="l">
              <a:lnSpc>
                <a:spcPct val="107812"/>
              </a:lnSpc>
              <a:spcBef>
                <a:spcPts val="635"/>
              </a:spcBef>
              <a:spcAft>
                <a:spcPts val="0"/>
              </a:spcAft>
              <a:buClr>
                <a:srgbClr val="4E3B30"/>
              </a:buClr>
              <a:buSzPts val="3556"/>
              <a:buChar char="●"/>
            </a:pPr>
            <a:r>
              <a:rPr lang="en-US" sz="3556">
                <a:solidFill>
                  <a:srgbClr val="4E3B30"/>
                </a:solidFill>
                <a:latin typeface="Arial"/>
                <a:ea typeface="Arial"/>
                <a:cs typeface="Arial"/>
                <a:sym typeface="Arial"/>
              </a:rPr>
              <a:t>Starting point -&gt; </a:t>
            </a:r>
            <a:r>
              <a:rPr lang="en-US" sz="3556" u="sng">
                <a:solidFill>
                  <a:srgbClr val="AD1F1F"/>
                </a:solidFill>
                <a:latin typeface="Arial"/>
                <a:ea typeface="Arial"/>
                <a:cs typeface="Arial"/>
                <a:sym typeface="Arial"/>
                <a:hlinkClick r:id="rId4">
                  <a:extLst>
                    <a:ext uri="{A12FA001-AC4F-418D-AE19-62706E023703}">
                      <ahyp:hlinkClr val="tx"/>
                    </a:ext>
                  </a:extLst>
                </a:hlinkClick>
              </a:rPr>
              <a:t>www.AsianElephant.info</a:t>
            </a:r>
            <a:endParaRPr sz="3556" u="sng">
              <a:solidFill>
                <a:srgbClr val="AD1F1F"/>
              </a:solidFill>
              <a:latin typeface="Arial"/>
              <a:ea typeface="Arial"/>
              <a:cs typeface="Arial"/>
              <a:sym typeface="Arial"/>
              <a:hlinkClick r:id="rId5">
                <a:extLst>
                  <a:ext uri="{A12FA001-AC4F-418D-AE19-62706E023703}">
                    <ahyp:hlinkClr val="tx"/>
                  </a:ext>
                </a:extLst>
              </a:hlinkClick>
            </a:endParaRPr>
          </a:p>
          <a:p>
            <a:pPr indent="0" lvl="0" marL="0" marR="0" rtl="0" algn="l">
              <a:lnSpc>
                <a:spcPct val="107812"/>
              </a:lnSpc>
              <a:spcBef>
                <a:spcPts val="635"/>
              </a:spcBef>
              <a:spcAft>
                <a:spcPts val="0"/>
              </a:spcAft>
              <a:buNone/>
            </a:pPr>
            <a:r>
              <a:t/>
            </a:r>
            <a:endParaRPr sz="3556" u="sng">
              <a:solidFill>
                <a:srgbClr val="4E3B30"/>
              </a:solidFill>
              <a:latin typeface="Arial"/>
              <a:ea typeface="Arial"/>
              <a:cs typeface="Arial"/>
              <a:sym typeface="Arial"/>
              <a:hlinkClick r:id="rId6">
                <a:extLst>
                  <a:ext uri="{A12FA001-AC4F-418D-AE19-62706E023703}">
                    <ahyp:hlinkClr val="tx"/>
                  </a:ext>
                </a:extLst>
              </a:hlinkClick>
            </a:endParaRPr>
          </a:p>
          <a:p>
            <a:pPr indent="-276578" lvl="0" marL="381000" marR="0" rtl="0" algn="l">
              <a:lnSpc>
                <a:spcPct val="107812"/>
              </a:lnSpc>
              <a:spcBef>
                <a:spcPts val="635"/>
              </a:spcBef>
              <a:spcAft>
                <a:spcPts val="0"/>
              </a:spcAft>
              <a:buClr>
                <a:srgbClr val="4E3B30"/>
              </a:buClr>
              <a:buSzPts val="3556"/>
              <a:buChar char="●"/>
            </a:pPr>
            <a:r>
              <a:rPr lang="en-US" sz="3556">
                <a:solidFill>
                  <a:srgbClr val="4E3B30"/>
                </a:solidFill>
                <a:latin typeface="Arial"/>
                <a:ea typeface="Arial"/>
                <a:cs typeface="Arial"/>
                <a:sym typeface="Arial"/>
              </a:rPr>
              <a:t>Google Earth Maps will be available in the home page</a:t>
            </a:r>
            <a:endParaRPr sz="3556">
              <a:solidFill>
                <a:srgbClr val="4E3B30"/>
              </a:solidFill>
              <a:latin typeface="Arial"/>
              <a:ea typeface="Arial"/>
              <a:cs typeface="Arial"/>
              <a:sym typeface="Arial"/>
            </a:endParaRPr>
          </a:p>
          <a:p>
            <a:pPr indent="0" lvl="0" marL="0" marR="0" rtl="0" algn="l">
              <a:lnSpc>
                <a:spcPct val="107812"/>
              </a:lnSpc>
              <a:spcBef>
                <a:spcPts val="635"/>
              </a:spcBef>
              <a:spcAft>
                <a:spcPts val="0"/>
              </a:spcAft>
              <a:buNone/>
            </a:pPr>
            <a:r>
              <a:t/>
            </a:r>
            <a:endParaRPr sz="3556">
              <a:solidFill>
                <a:srgbClr val="4E3B30"/>
              </a:solidFill>
              <a:latin typeface="Arial"/>
              <a:ea typeface="Arial"/>
              <a:cs typeface="Arial"/>
              <a:sym typeface="Arial"/>
            </a:endParaRPr>
          </a:p>
          <a:p>
            <a:pPr indent="-276578" lvl="0" marL="381000" marR="0" rtl="0" algn="l">
              <a:lnSpc>
                <a:spcPct val="107812"/>
              </a:lnSpc>
              <a:spcBef>
                <a:spcPts val="635"/>
              </a:spcBef>
              <a:spcAft>
                <a:spcPts val="0"/>
              </a:spcAft>
              <a:buClr>
                <a:srgbClr val="4E3B30"/>
              </a:buClr>
              <a:buSzPts val="3556"/>
              <a:buChar char="●"/>
            </a:pPr>
            <a:r>
              <a:rPr lang="en-US" sz="3556">
                <a:solidFill>
                  <a:srgbClr val="4E3B30"/>
                </a:solidFill>
                <a:latin typeface="Arial"/>
                <a:ea typeface="Arial"/>
                <a:cs typeface="Arial"/>
                <a:sym typeface="Arial"/>
              </a:rPr>
              <a:t>Users can interact with them</a:t>
            </a:r>
            <a:endParaRPr sz="3556">
              <a:solidFill>
                <a:srgbClr val="4E3B30"/>
              </a:solidFill>
              <a:latin typeface="Arial"/>
              <a:ea typeface="Arial"/>
              <a:cs typeface="Arial"/>
              <a:sym typeface="Arial"/>
            </a:endParaRPr>
          </a:p>
          <a:p>
            <a:pPr indent="0" lvl="0" marL="0" marR="0" rtl="0" algn="l">
              <a:lnSpc>
                <a:spcPct val="107812"/>
              </a:lnSpc>
              <a:spcBef>
                <a:spcPts val="635"/>
              </a:spcBef>
              <a:spcAft>
                <a:spcPts val="0"/>
              </a:spcAft>
              <a:buNone/>
            </a:pPr>
            <a:r>
              <a:t/>
            </a:r>
            <a:endParaRPr sz="3556">
              <a:solidFill>
                <a:srgbClr val="4E3B3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24"/>
          <p:cNvPicPr preferRelativeResize="0"/>
          <p:nvPr/>
        </p:nvPicPr>
        <p:blipFill>
          <a:blip r:embed="rId3">
            <a:alphaModFix/>
          </a:blip>
          <a:stretch>
            <a:fillRect/>
          </a:stretch>
        </p:blipFill>
        <p:spPr>
          <a:xfrm>
            <a:off x="508000" y="1174750"/>
            <a:ext cx="9154574" cy="5302250"/>
          </a:xfrm>
          <a:prstGeom prst="rect">
            <a:avLst/>
          </a:prstGeom>
          <a:noFill/>
          <a:ln>
            <a:noFill/>
          </a:ln>
        </p:spPr>
      </p:pic>
      <p:pic>
        <p:nvPicPr>
          <p:cNvPr id="214" name="Google Shape;214;p24"/>
          <p:cNvPicPr preferRelativeResize="0"/>
          <p:nvPr/>
        </p:nvPicPr>
        <p:blipFill>
          <a:blip r:embed="rId4">
            <a:alphaModFix/>
          </a:blip>
          <a:stretch>
            <a:fillRect/>
          </a:stretch>
        </p:blipFill>
        <p:spPr>
          <a:xfrm>
            <a:off x="7778750" y="4900075"/>
            <a:ext cx="1651000" cy="984250"/>
          </a:xfrm>
          <a:prstGeom prst="rect">
            <a:avLst/>
          </a:prstGeom>
          <a:noFill/>
          <a:ln>
            <a:noFill/>
          </a:ln>
        </p:spPr>
      </p:pic>
      <p:sp>
        <p:nvSpPr>
          <p:cNvPr id="215" name="Google Shape;215;p24"/>
          <p:cNvSpPr txBox="1"/>
          <p:nvPr/>
        </p:nvSpPr>
        <p:spPr>
          <a:xfrm>
            <a:off x="7896925" y="4967100"/>
            <a:ext cx="1494300" cy="926400"/>
          </a:xfrm>
          <a:prstGeom prst="rect">
            <a:avLst/>
          </a:prstGeom>
          <a:noFill/>
          <a:ln>
            <a:noFill/>
          </a:ln>
        </p:spPr>
        <p:txBody>
          <a:bodyPr anchorCtr="0" anchor="t" bIns="38100" lIns="38100" spcFirstLastPara="1" rIns="38100" wrap="square" tIns="38100">
            <a:noAutofit/>
          </a:bodyPr>
          <a:lstStyle/>
          <a:p>
            <a:pPr indent="0" lvl="0" marL="0" marR="0" rtl="0" algn="l">
              <a:lnSpc>
                <a:spcPct val="119791"/>
              </a:lnSpc>
              <a:spcBef>
                <a:spcPts val="0"/>
              </a:spcBef>
              <a:spcAft>
                <a:spcPts val="0"/>
              </a:spcAft>
              <a:buNone/>
            </a:pPr>
            <a:r>
              <a:rPr lang="en-US" sz="1333">
                <a:solidFill>
                  <a:srgbClr val="000000"/>
                </a:solidFill>
                <a:latin typeface="Arial"/>
                <a:ea typeface="Arial"/>
                <a:cs typeface="Arial"/>
                <a:sym typeface="Arial"/>
              </a:rPr>
              <a:t>The site will start with a map of Asia and zoom into the area of interest</a:t>
            </a:r>
            <a:endParaRPr sz="1333">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p25"/>
          <p:cNvPicPr preferRelativeResize="0"/>
          <p:nvPr/>
        </p:nvPicPr>
        <p:blipFill>
          <a:blip r:embed="rId3">
            <a:alphaModFix/>
          </a:blip>
          <a:stretch>
            <a:fillRect/>
          </a:stretch>
        </p:blipFill>
        <p:spPr>
          <a:xfrm>
            <a:off x="497400" y="1100650"/>
            <a:ext cx="9165151" cy="5259900"/>
          </a:xfrm>
          <a:prstGeom prst="rect">
            <a:avLst/>
          </a:prstGeom>
          <a:noFill/>
          <a:ln>
            <a:noFill/>
          </a:ln>
        </p:spPr>
      </p:pic>
      <p:pic>
        <p:nvPicPr>
          <p:cNvPr id="221" name="Google Shape;221;p25"/>
          <p:cNvPicPr preferRelativeResize="0"/>
          <p:nvPr/>
        </p:nvPicPr>
        <p:blipFill>
          <a:blip r:embed="rId4">
            <a:alphaModFix/>
          </a:blip>
          <a:stretch>
            <a:fillRect/>
          </a:stretch>
        </p:blipFill>
        <p:spPr>
          <a:xfrm>
            <a:off x="4318000" y="2878650"/>
            <a:ext cx="4667250" cy="2465900"/>
          </a:xfrm>
          <a:prstGeom prst="rect">
            <a:avLst/>
          </a:prstGeom>
          <a:noFill/>
          <a:ln>
            <a:noFill/>
          </a:ln>
        </p:spPr>
      </p:pic>
      <p:sp>
        <p:nvSpPr>
          <p:cNvPr id="222" name="Google Shape;222;p25"/>
          <p:cNvSpPr txBox="1"/>
          <p:nvPr/>
        </p:nvSpPr>
        <p:spPr>
          <a:xfrm>
            <a:off x="7690550" y="4356800"/>
            <a:ext cx="1252800" cy="1002300"/>
          </a:xfrm>
          <a:prstGeom prst="rect">
            <a:avLst/>
          </a:prstGeom>
          <a:noFill/>
          <a:ln>
            <a:noFill/>
          </a:ln>
        </p:spPr>
        <p:txBody>
          <a:bodyPr anchorCtr="0" anchor="t" bIns="38100" lIns="38100" spcFirstLastPara="1" rIns="38100" wrap="square" tIns="38100">
            <a:noAutofit/>
          </a:bodyPr>
          <a:lstStyle/>
          <a:p>
            <a:pPr indent="0" lvl="0" marL="0" marR="0" rtl="0" algn="l">
              <a:lnSpc>
                <a:spcPct val="119642"/>
              </a:lnSpc>
              <a:spcBef>
                <a:spcPts val="0"/>
              </a:spcBef>
              <a:spcAft>
                <a:spcPts val="0"/>
              </a:spcAft>
              <a:buNone/>
            </a:pPr>
            <a:r>
              <a:rPr lang="en-US" sz="1556">
                <a:solidFill>
                  <a:srgbClr val="000000"/>
                </a:solidFill>
                <a:latin typeface="Arial"/>
                <a:ea typeface="Arial"/>
                <a:cs typeface="Arial"/>
                <a:sym typeface="Arial"/>
              </a:rPr>
              <a:t>Users can zoom to the level needed</a:t>
            </a:r>
            <a:endParaRPr sz="1556">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26"/>
          <p:cNvPicPr preferRelativeResize="0"/>
          <p:nvPr/>
        </p:nvPicPr>
        <p:blipFill>
          <a:blip r:embed="rId3">
            <a:alphaModFix/>
          </a:blip>
          <a:stretch>
            <a:fillRect/>
          </a:stretch>
        </p:blipFill>
        <p:spPr>
          <a:xfrm>
            <a:off x="497400" y="1883825"/>
            <a:ext cx="9662576" cy="3122075"/>
          </a:xfrm>
          <a:prstGeom prst="rect">
            <a:avLst/>
          </a:prstGeom>
          <a:noFill/>
          <a:ln>
            <a:noFill/>
          </a:ln>
        </p:spPr>
      </p:pic>
      <p:pic>
        <p:nvPicPr>
          <p:cNvPr id="228" name="Google Shape;228;p26"/>
          <p:cNvPicPr preferRelativeResize="0"/>
          <p:nvPr/>
        </p:nvPicPr>
        <p:blipFill>
          <a:blip r:embed="rId4">
            <a:alphaModFix/>
          </a:blip>
          <a:stretch>
            <a:fillRect/>
          </a:stretch>
        </p:blipFill>
        <p:spPr>
          <a:xfrm>
            <a:off x="338650" y="402150"/>
            <a:ext cx="2899825" cy="762000"/>
          </a:xfrm>
          <a:prstGeom prst="rect">
            <a:avLst/>
          </a:prstGeom>
          <a:noFill/>
          <a:ln>
            <a:noFill/>
          </a:ln>
        </p:spPr>
      </p:pic>
      <p:sp>
        <p:nvSpPr>
          <p:cNvPr id="229" name="Google Shape;229;p26"/>
          <p:cNvSpPr txBox="1"/>
          <p:nvPr/>
        </p:nvSpPr>
        <p:spPr>
          <a:xfrm>
            <a:off x="610300" y="5639150"/>
            <a:ext cx="8931000" cy="1171500"/>
          </a:xfrm>
          <a:prstGeom prst="rect">
            <a:avLst/>
          </a:prstGeom>
          <a:noFill/>
          <a:ln>
            <a:noFill/>
          </a:ln>
        </p:spPr>
        <p:txBody>
          <a:bodyPr anchorCtr="0" anchor="t" bIns="38100" lIns="38100" spcFirstLastPara="1" rIns="38100" wrap="square" tIns="38100">
            <a:noAutofit/>
          </a:bodyPr>
          <a:lstStyle/>
          <a:p>
            <a:pPr indent="0" lvl="0" marL="0" marR="0" rtl="0" algn="l">
              <a:lnSpc>
                <a:spcPct val="119921"/>
              </a:lnSpc>
              <a:spcBef>
                <a:spcPts val="0"/>
              </a:spcBef>
              <a:spcAft>
                <a:spcPts val="0"/>
              </a:spcAft>
              <a:buNone/>
            </a:pPr>
            <a:r>
              <a:rPr lang="en-US" sz="3556">
                <a:solidFill>
                  <a:srgbClr val="000000"/>
                </a:solidFill>
                <a:latin typeface="Arial"/>
                <a:ea typeface="Arial"/>
                <a:cs typeface="Arial"/>
                <a:sym typeface="Arial"/>
              </a:rPr>
              <a:t>Different types of users have different accessibility levels.</a:t>
            </a:r>
            <a:endParaRPr sz="3556">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27"/>
          <p:cNvPicPr preferRelativeResize="0"/>
          <p:nvPr/>
        </p:nvPicPr>
        <p:blipFill>
          <a:blip r:embed="rId3">
            <a:alphaModFix/>
          </a:blip>
          <a:stretch>
            <a:fillRect/>
          </a:stretch>
        </p:blipFill>
        <p:spPr>
          <a:xfrm>
            <a:off x="1852075" y="328075"/>
            <a:ext cx="6551075" cy="6900325"/>
          </a:xfrm>
          <a:prstGeom prst="rect">
            <a:avLst/>
          </a:prstGeom>
          <a:noFill/>
          <a:ln>
            <a:noFill/>
          </a:ln>
        </p:spPr>
      </p:pic>
      <p:sp>
        <p:nvSpPr>
          <p:cNvPr id="235" name="Google Shape;235;p27"/>
          <p:cNvSpPr txBox="1"/>
          <p:nvPr/>
        </p:nvSpPr>
        <p:spPr>
          <a:xfrm>
            <a:off x="4176875" y="395100"/>
            <a:ext cx="1757100" cy="372600"/>
          </a:xfrm>
          <a:prstGeom prst="rect">
            <a:avLst/>
          </a:prstGeom>
          <a:noFill/>
          <a:ln>
            <a:noFill/>
          </a:ln>
        </p:spPr>
        <p:txBody>
          <a:bodyPr anchorCtr="0" anchor="t" bIns="38100" lIns="38100" spcFirstLastPara="1" rIns="38100" wrap="square" tIns="38100">
            <a:noAutofit/>
          </a:bodyPr>
          <a:lstStyle/>
          <a:p>
            <a:pPr indent="0" lvl="0" marL="0" marR="0" rtl="0" algn="ctr">
              <a:lnSpc>
                <a:spcPct val="120000"/>
              </a:lnSpc>
              <a:spcBef>
                <a:spcPts val="0"/>
              </a:spcBef>
              <a:spcAft>
                <a:spcPts val="0"/>
              </a:spcAft>
              <a:buNone/>
            </a:pPr>
            <a:r>
              <a:rPr lang="en-US" sz="2222">
                <a:solidFill>
                  <a:srgbClr val="000000"/>
                </a:solidFill>
                <a:latin typeface="Arial"/>
                <a:ea typeface="Arial"/>
                <a:cs typeface="Arial"/>
                <a:sym typeface="Arial"/>
              </a:rPr>
              <a:t>Users</a:t>
            </a:r>
            <a:endParaRPr sz="2222">
              <a:solidFill>
                <a:srgbClr val="000000"/>
              </a:solidFill>
              <a:latin typeface="Arial"/>
              <a:ea typeface="Arial"/>
              <a:cs typeface="Arial"/>
              <a:sym typeface="Arial"/>
            </a:endParaRPr>
          </a:p>
        </p:txBody>
      </p:sp>
      <p:sp>
        <p:nvSpPr>
          <p:cNvPr id="236" name="Google Shape;236;p27"/>
          <p:cNvSpPr txBox="1"/>
          <p:nvPr/>
        </p:nvSpPr>
        <p:spPr>
          <a:xfrm>
            <a:off x="2654650" y="1225900"/>
            <a:ext cx="2009400" cy="339000"/>
          </a:xfrm>
          <a:prstGeom prst="rect">
            <a:avLst/>
          </a:prstGeom>
          <a:noFill/>
          <a:ln>
            <a:noFill/>
          </a:ln>
        </p:spPr>
        <p:txBody>
          <a:bodyPr anchorCtr="0" anchor="t"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000000"/>
                </a:solidFill>
                <a:latin typeface="Arial"/>
                <a:ea typeface="Arial"/>
                <a:cs typeface="Arial"/>
                <a:sym typeface="Arial"/>
              </a:rPr>
              <a:t>Click on GE image</a:t>
            </a:r>
            <a:endParaRPr sz="2000">
              <a:solidFill>
                <a:srgbClr val="000000"/>
              </a:solidFill>
              <a:latin typeface="Arial"/>
              <a:ea typeface="Arial"/>
              <a:cs typeface="Arial"/>
              <a:sym typeface="Arial"/>
            </a:endParaRPr>
          </a:p>
        </p:txBody>
      </p:sp>
      <p:sp>
        <p:nvSpPr>
          <p:cNvPr id="237" name="Google Shape;237;p27"/>
          <p:cNvSpPr txBox="1"/>
          <p:nvPr/>
        </p:nvSpPr>
        <p:spPr>
          <a:xfrm>
            <a:off x="5558000" y="1225900"/>
            <a:ext cx="1884300" cy="339000"/>
          </a:xfrm>
          <a:prstGeom prst="rect">
            <a:avLst/>
          </a:prstGeom>
          <a:noFill/>
          <a:ln>
            <a:noFill/>
          </a:ln>
        </p:spPr>
        <p:txBody>
          <a:bodyPr anchorCtr="0" anchor="t"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000000"/>
                </a:solidFill>
                <a:latin typeface="Arial"/>
                <a:ea typeface="Arial"/>
                <a:cs typeface="Arial"/>
                <a:sym typeface="Arial"/>
              </a:rPr>
              <a:t>View a page</a:t>
            </a:r>
            <a:endParaRPr sz="2000">
              <a:solidFill>
                <a:srgbClr val="000000"/>
              </a:solidFill>
              <a:latin typeface="Arial"/>
              <a:ea typeface="Arial"/>
              <a:cs typeface="Arial"/>
              <a:sym typeface="Arial"/>
            </a:endParaRPr>
          </a:p>
        </p:txBody>
      </p:sp>
      <p:sp>
        <p:nvSpPr>
          <p:cNvPr id="238" name="Google Shape;238;p27"/>
          <p:cNvSpPr txBox="1"/>
          <p:nvPr/>
        </p:nvSpPr>
        <p:spPr>
          <a:xfrm>
            <a:off x="4526125" y="2233075"/>
            <a:ext cx="1167900" cy="614100"/>
          </a:xfrm>
          <a:prstGeom prst="rect">
            <a:avLst/>
          </a:prstGeom>
          <a:noFill/>
          <a:ln>
            <a:noFill/>
          </a:ln>
        </p:spPr>
        <p:txBody>
          <a:bodyPr anchorCtr="0" anchor="t" bIns="38100" lIns="38100" spcFirstLastPara="1" rIns="38100" wrap="square" tIns="38100">
            <a:noAutofit/>
          </a:bodyPr>
          <a:lstStyle/>
          <a:p>
            <a:pPr indent="0" lvl="0" marL="0" marR="0" rtl="0" algn="ctr">
              <a:lnSpc>
                <a:spcPct val="120312"/>
              </a:lnSpc>
              <a:spcBef>
                <a:spcPts val="0"/>
              </a:spcBef>
              <a:spcAft>
                <a:spcPts val="0"/>
              </a:spcAft>
              <a:buNone/>
            </a:pPr>
            <a:r>
              <a:rPr lang="en-US" sz="1778">
                <a:solidFill>
                  <a:srgbClr val="000000"/>
                </a:solidFill>
                <a:latin typeface="Arial"/>
                <a:ea typeface="Arial"/>
                <a:cs typeface="Arial"/>
                <a:sym typeface="Arial"/>
              </a:rPr>
              <a:t>Is registered?</a:t>
            </a:r>
            <a:endParaRPr sz="1778">
              <a:solidFill>
                <a:srgbClr val="000000"/>
              </a:solidFill>
              <a:latin typeface="Arial"/>
              <a:ea typeface="Arial"/>
              <a:cs typeface="Arial"/>
              <a:sym typeface="Arial"/>
            </a:endParaRPr>
          </a:p>
        </p:txBody>
      </p:sp>
      <p:sp>
        <p:nvSpPr>
          <p:cNvPr id="239" name="Google Shape;239;p27"/>
          <p:cNvSpPr txBox="1"/>
          <p:nvPr/>
        </p:nvSpPr>
        <p:spPr>
          <a:xfrm>
            <a:off x="7205475" y="2349500"/>
            <a:ext cx="921000" cy="411300"/>
          </a:xfrm>
          <a:prstGeom prst="rect">
            <a:avLst/>
          </a:prstGeom>
          <a:noFill/>
          <a:ln>
            <a:noFill/>
          </a:ln>
        </p:spPr>
        <p:txBody>
          <a:bodyPr anchorCtr="0" anchor="t" bIns="38100" lIns="38100" spcFirstLastPara="1" rIns="38100" wrap="square" tIns="38100">
            <a:noAutofit/>
          </a:bodyPr>
          <a:lstStyle/>
          <a:p>
            <a:pPr indent="0" lvl="0" marL="0" marR="0" rtl="0" algn="l">
              <a:lnSpc>
                <a:spcPct val="120138"/>
              </a:lnSpc>
              <a:spcBef>
                <a:spcPts val="0"/>
              </a:spcBef>
              <a:spcAft>
                <a:spcPts val="0"/>
              </a:spcAft>
              <a:buNone/>
            </a:pPr>
            <a:r>
              <a:rPr lang="en-US" sz="2000">
                <a:solidFill>
                  <a:srgbClr val="000000"/>
                </a:solidFill>
                <a:latin typeface="Arial"/>
                <a:ea typeface="Arial"/>
                <a:cs typeface="Arial"/>
                <a:sym typeface="Arial"/>
              </a:rPr>
              <a:t>Register</a:t>
            </a:r>
            <a:endParaRPr sz="2000">
              <a:solidFill>
                <a:srgbClr val="000000"/>
              </a:solidFill>
              <a:latin typeface="Arial"/>
              <a:ea typeface="Arial"/>
              <a:cs typeface="Arial"/>
              <a:sym typeface="Arial"/>
            </a:endParaRPr>
          </a:p>
        </p:txBody>
      </p:sp>
      <p:sp>
        <p:nvSpPr>
          <p:cNvPr id="240" name="Google Shape;240;p27"/>
          <p:cNvSpPr txBox="1"/>
          <p:nvPr/>
        </p:nvSpPr>
        <p:spPr>
          <a:xfrm>
            <a:off x="4427350" y="3515425"/>
            <a:ext cx="1381500" cy="362100"/>
          </a:xfrm>
          <a:prstGeom prst="rect">
            <a:avLst/>
          </a:prstGeom>
          <a:noFill/>
          <a:ln>
            <a:noFill/>
          </a:ln>
        </p:spPr>
        <p:txBody>
          <a:bodyPr anchorCtr="0" anchor="t"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000000"/>
                </a:solidFill>
                <a:latin typeface="Arial"/>
                <a:ea typeface="Arial"/>
                <a:cs typeface="Arial"/>
                <a:sym typeface="Arial"/>
              </a:rPr>
              <a:t>Log in</a:t>
            </a:r>
            <a:endParaRPr sz="2000">
              <a:solidFill>
                <a:srgbClr val="000000"/>
              </a:solidFill>
              <a:latin typeface="Arial"/>
              <a:ea typeface="Arial"/>
              <a:cs typeface="Arial"/>
              <a:sym typeface="Arial"/>
            </a:endParaRPr>
          </a:p>
        </p:txBody>
      </p:sp>
      <p:sp>
        <p:nvSpPr>
          <p:cNvPr id="241" name="Google Shape;241;p27"/>
          <p:cNvSpPr txBox="1"/>
          <p:nvPr/>
        </p:nvSpPr>
        <p:spPr>
          <a:xfrm>
            <a:off x="1972025" y="4330325"/>
            <a:ext cx="1700700" cy="330300"/>
          </a:xfrm>
          <a:prstGeom prst="rect">
            <a:avLst/>
          </a:prstGeom>
          <a:noFill/>
          <a:ln>
            <a:noFill/>
          </a:ln>
        </p:spPr>
        <p:txBody>
          <a:bodyPr anchorCtr="0" anchor="t"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000000"/>
                </a:solidFill>
                <a:latin typeface="Arial"/>
                <a:ea typeface="Arial"/>
                <a:cs typeface="Arial"/>
                <a:sym typeface="Arial"/>
              </a:rPr>
              <a:t>Administrator</a:t>
            </a:r>
            <a:endParaRPr sz="2000">
              <a:solidFill>
                <a:srgbClr val="000000"/>
              </a:solidFill>
              <a:latin typeface="Arial"/>
              <a:ea typeface="Arial"/>
              <a:cs typeface="Arial"/>
              <a:sym typeface="Arial"/>
            </a:endParaRPr>
          </a:p>
        </p:txBody>
      </p:sp>
      <p:sp>
        <p:nvSpPr>
          <p:cNvPr id="242" name="Google Shape;242;p27"/>
          <p:cNvSpPr txBox="1"/>
          <p:nvPr/>
        </p:nvSpPr>
        <p:spPr>
          <a:xfrm>
            <a:off x="4259775" y="4330325"/>
            <a:ext cx="1702500" cy="330300"/>
          </a:xfrm>
          <a:prstGeom prst="rect">
            <a:avLst/>
          </a:prstGeom>
          <a:noFill/>
          <a:ln>
            <a:noFill/>
          </a:ln>
        </p:spPr>
        <p:txBody>
          <a:bodyPr anchorCtr="0" anchor="t"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000000"/>
                </a:solidFill>
                <a:latin typeface="Arial"/>
                <a:ea typeface="Arial"/>
                <a:cs typeface="Arial"/>
                <a:sym typeface="Arial"/>
              </a:rPr>
              <a:t>Researcher</a:t>
            </a:r>
            <a:endParaRPr sz="2000">
              <a:solidFill>
                <a:srgbClr val="000000"/>
              </a:solidFill>
              <a:latin typeface="Arial"/>
              <a:ea typeface="Arial"/>
              <a:cs typeface="Arial"/>
              <a:sym typeface="Arial"/>
            </a:endParaRPr>
          </a:p>
        </p:txBody>
      </p:sp>
      <p:sp>
        <p:nvSpPr>
          <p:cNvPr id="243" name="Google Shape;243;p27"/>
          <p:cNvSpPr txBox="1"/>
          <p:nvPr/>
        </p:nvSpPr>
        <p:spPr>
          <a:xfrm>
            <a:off x="6563425" y="4330325"/>
            <a:ext cx="1702500" cy="330300"/>
          </a:xfrm>
          <a:prstGeom prst="rect">
            <a:avLst/>
          </a:prstGeom>
          <a:noFill/>
          <a:ln>
            <a:noFill/>
          </a:ln>
        </p:spPr>
        <p:txBody>
          <a:bodyPr anchorCtr="0" anchor="t"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000000"/>
                </a:solidFill>
                <a:latin typeface="Arial"/>
                <a:ea typeface="Arial"/>
                <a:cs typeface="Arial"/>
                <a:sym typeface="Arial"/>
              </a:rPr>
              <a:t>Standard users</a:t>
            </a:r>
            <a:endParaRPr sz="2000">
              <a:solidFill>
                <a:srgbClr val="000000"/>
              </a:solidFill>
              <a:latin typeface="Arial"/>
              <a:ea typeface="Arial"/>
              <a:cs typeface="Arial"/>
              <a:sym typeface="Arial"/>
            </a:endParaRPr>
          </a:p>
        </p:txBody>
      </p:sp>
      <p:sp>
        <p:nvSpPr>
          <p:cNvPr id="244" name="Google Shape;244;p27"/>
          <p:cNvSpPr txBox="1"/>
          <p:nvPr/>
        </p:nvSpPr>
        <p:spPr>
          <a:xfrm>
            <a:off x="1972025" y="4737800"/>
            <a:ext cx="1700700" cy="945900"/>
          </a:xfrm>
          <a:prstGeom prst="rect">
            <a:avLst/>
          </a:prstGeom>
          <a:noFill/>
          <a:ln>
            <a:noFill/>
          </a:ln>
        </p:spPr>
        <p:txBody>
          <a:bodyPr anchorCtr="0" anchor="t" bIns="38100" lIns="38100" spcFirstLastPara="1" rIns="38100" wrap="square" tIns="38100">
            <a:noAutofit/>
          </a:bodyPr>
          <a:lstStyle/>
          <a:p>
            <a:pPr indent="0" lvl="0" marL="0" marR="0" rtl="0" algn="l">
              <a:lnSpc>
                <a:spcPct val="120138"/>
              </a:lnSpc>
              <a:spcBef>
                <a:spcPts val="0"/>
              </a:spcBef>
              <a:spcAft>
                <a:spcPts val="0"/>
              </a:spcAft>
              <a:buNone/>
            </a:pPr>
            <a:r>
              <a:rPr lang="en-US" sz="2000">
                <a:solidFill>
                  <a:srgbClr val="000000"/>
                </a:solidFill>
                <a:latin typeface="Arial"/>
                <a:ea typeface="Arial"/>
                <a:cs typeface="Arial"/>
                <a:sym typeface="Arial"/>
              </a:rPr>
              <a:t>Accepting registration of researchers</a:t>
            </a:r>
            <a:r>
              <a:rPr lang="en-US" sz="1222">
                <a:solidFill>
                  <a:srgbClr val="000000"/>
                </a:solidFill>
                <a:latin typeface="Arial"/>
                <a:ea typeface="Arial"/>
                <a:cs typeface="Arial"/>
                <a:sym typeface="Arial"/>
              </a:rPr>
              <a:t> </a:t>
            </a:r>
            <a:endParaRPr sz="1222">
              <a:solidFill>
                <a:srgbClr val="000000"/>
              </a:solidFill>
              <a:latin typeface="Arial"/>
              <a:ea typeface="Arial"/>
              <a:cs typeface="Arial"/>
              <a:sym typeface="Arial"/>
            </a:endParaRPr>
          </a:p>
        </p:txBody>
      </p:sp>
      <p:sp>
        <p:nvSpPr>
          <p:cNvPr id="245" name="Google Shape;245;p27"/>
          <p:cNvSpPr txBox="1"/>
          <p:nvPr/>
        </p:nvSpPr>
        <p:spPr>
          <a:xfrm>
            <a:off x="4259775" y="4737800"/>
            <a:ext cx="1702500" cy="609000"/>
          </a:xfrm>
          <a:prstGeom prst="rect">
            <a:avLst/>
          </a:prstGeom>
          <a:noFill/>
          <a:ln>
            <a:noFill/>
          </a:ln>
        </p:spPr>
        <p:txBody>
          <a:bodyPr anchorCtr="0" anchor="t" bIns="38100" lIns="38100" spcFirstLastPara="1" rIns="38100" wrap="square" tIns="38100">
            <a:noAutofit/>
          </a:bodyPr>
          <a:lstStyle/>
          <a:p>
            <a:pPr indent="0" lvl="0" marL="0" marR="0" rtl="0" algn="l">
              <a:lnSpc>
                <a:spcPct val="120138"/>
              </a:lnSpc>
              <a:spcBef>
                <a:spcPts val="0"/>
              </a:spcBef>
              <a:spcAft>
                <a:spcPts val="0"/>
              </a:spcAft>
              <a:buNone/>
            </a:pPr>
            <a:r>
              <a:rPr lang="en-US" sz="2000">
                <a:solidFill>
                  <a:srgbClr val="000000"/>
                </a:solidFill>
                <a:latin typeface="Arial"/>
                <a:ea typeface="Arial"/>
                <a:cs typeface="Arial"/>
                <a:sym typeface="Arial"/>
              </a:rPr>
              <a:t>Edit and update information</a:t>
            </a:r>
            <a:endParaRPr sz="2000">
              <a:solidFill>
                <a:srgbClr val="000000"/>
              </a:solidFill>
              <a:latin typeface="Arial"/>
              <a:ea typeface="Arial"/>
              <a:cs typeface="Arial"/>
              <a:sym typeface="Arial"/>
            </a:endParaRPr>
          </a:p>
        </p:txBody>
      </p:sp>
      <p:sp>
        <p:nvSpPr>
          <p:cNvPr id="246" name="Google Shape;246;p27"/>
          <p:cNvSpPr txBox="1"/>
          <p:nvPr/>
        </p:nvSpPr>
        <p:spPr>
          <a:xfrm>
            <a:off x="1972025" y="6058950"/>
            <a:ext cx="6376800" cy="312600"/>
          </a:xfrm>
          <a:prstGeom prst="rect">
            <a:avLst/>
          </a:prstGeom>
          <a:noFill/>
          <a:ln>
            <a:noFill/>
          </a:ln>
        </p:spPr>
        <p:txBody>
          <a:bodyPr anchorCtr="0" anchor="t"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000000"/>
                </a:solidFill>
                <a:latin typeface="Arial"/>
                <a:ea typeface="Arial"/>
                <a:cs typeface="Arial"/>
                <a:sym typeface="Arial"/>
              </a:rPr>
              <a:t>User profile</a:t>
            </a:r>
            <a:endParaRPr sz="2000">
              <a:solidFill>
                <a:srgbClr val="000000"/>
              </a:solidFill>
              <a:latin typeface="Arial"/>
              <a:ea typeface="Arial"/>
              <a:cs typeface="Arial"/>
              <a:sym typeface="Arial"/>
            </a:endParaRPr>
          </a:p>
        </p:txBody>
      </p:sp>
      <p:sp>
        <p:nvSpPr>
          <p:cNvPr id="247" name="Google Shape;247;p27"/>
          <p:cNvSpPr txBox="1"/>
          <p:nvPr/>
        </p:nvSpPr>
        <p:spPr>
          <a:xfrm>
            <a:off x="1972025" y="6819175"/>
            <a:ext cx="2021700" cy="395400"/>
          </a:xfrm>
          <a:prstGeom prst="rect">
            <a:avLst/>
          </a:prstGeom>
          <a:noFill/>
          <a:ln>
            <a:noFill/>
          </a:ln>
        </p:spPr>
        <p:txBody>
          <a:bodyPr anchorCtr="0" anchor="t"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000000"/>
                </a:solidFill>
                <a:latin typeface="Arial"/>
                <a:ea typeface="Arial"/>
                <a:cs typeface="Arial"/>
                <a:sym typeface="Arial"/>
              </a:rPr>
              <a:t>Upload videos</a:t>
            </a:r>
            <a:endParaRPr sz="2000">
              <a:solidFill>
                <a:srgbClr val="000000"/>
              </a:solidFill>
              <a:latin typeface="Arial"/>
              <a:ea typeface="Arial"/>
              <a:cs typeface="Arial"/>
              <a:sym typeface="Arial"/>
            </a:endParaRPr>
          </a:p>
        </p:txBody>
      </p:sp>
      <p:sp>
        <p:nvSpPr>
          <p:cNvPr id="248" name="Google Shape;248;p27"/>
          <p:cNvSpPr txBox="1"/>
          <p:nvPr/>
        </p:nvSpPr>
        <p:spPr>
          <a:xfrm>
            <a:off x="4441450" y="6819175"/>
            <a:ext cx="1702500" cy="395400"/>
          </a:xfrm>
          <a:prstGeom prst="rect">
            <a:avLst/>
          </a:prstGeom>
          <a:noFill/>
          <a:ln>
            <a:noFill/>
          </a:ln>
        </p:spPr>
        <p:txBody>
          <a:bodyPr anchorCtr="0" anchor="t"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000000"/>
                </a:solidFill>
                <a:latin typeface="Arial"/>
                <a:ea typeface="Arial"/>
                <a:cs typeface="Arial"/>
                <a:sym typeface="Arial"/>
              </a:rPr>
              <a:t>Search engine</a:t>
            </a:r>
            <a:endParaRPr sz="2000">
              <a:solidFill>
                <a:srgbClr val="000000"/>
              </a:solidFill>
              <a:latin typeface="Arial"/>
              <a:ea typeface="Arial"/>
              <a:cs typeface="Arial"/>
              <a:sym typeface="Arial"/>
            </a:endParaRPr>
          </a:p>
        </p:txBody>
      </p:sp>
      <p:sp>
        <p:nvSpPr>
          <p:cNvPr id="249" name="Google Shape;249;p27"/>
          <p:cNvSpPr txBox="1"/>
          <p:nvPr/>
        </p:nvSpPr>
        <p:spPr>
          <a:xfrm>
            <a:off x="6648075" y="6819175"/>
            <a:ext cx="1700700" cy="395400"/>
          </a:xfrm>
          <a:prstGeom prst="rect">
            <a:avLst/>
          </a:prstGeom>
          <a:noFill/>
          <a:ln>
            <a:noFill/>
          </a:ln>
        </p:spPr>
        <p:txBody>
          <a:bodyPr anchorCtr="0" anchor="t"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000000"/>
                </a:solidFill>
                <a:latin typeface="Arial"/>
                <a:ea typeface="Arial"/>
                <a:cs typeface="Arial"/>
                <a:sym typeface="Arial"/>
              </a:rPr>
              <a:t>Forums</a:t>
            </a:r>
            <a:endParaRPr sz="2000">
              <a:solidFill>
                <a:srgbClr val="000000"/>
              </a:solidFill>
              <a:latin typeface="Arial"/>
              <a:ea typeface="Arial"/>
              <a:cs typeface="Arial"/>
              <a:sym typeface="Arial"/>
            </a:endParaRPr>
          </a:p>
        </p:txBody>
      </p:sp>
      <p:sp>
        <p:nvSpPr>
          <p:cNvPr id="250" name="Google Shape;250;p27"/>
          <p:cNvSpPr txBox="1"/>
          <p:nvPr/>
        </p:nvSpPr>
        <p:spPr>
          <a:xfrm>
            <a:off x="6249450" y="2144875"/>
            <a:ext cx="460800" cy="300300"/>
          </a:xfrm>
          <a:prstGeom prst="rect">
            <a:avLst/>
          </a:prstGeom>
          <a:noFill/>
          <a:ln>
            <a:noFill/>
          </a:ln>
        </p:spPr>
        <p:txBody>
          <a:bodyPr anchorCtr="0" anchor="t" bIns="38100" lIns="38100" spcFirstLastPara="1" rIns="38100" wrap="square" tIns="38100">
            <a:noAutofit/>
          </a:bodyPr>
          <a:lstStyle/>
          <a:p>
            <a:pPr indent="0" lvl="0" marL="0" marR="0" rtl="0" algn="l">
              <a:lnSpc>
                <a:spcPct val="120312"/>
              </a:lnSpc>
              <a:spcBef>
                <a:spcPts val="0"/>
              </a:spcBef>
              <a:spcAft>
                <a:spcPts val="0"/>
              </a:spcAft>
              <a:buNone/>
            </a:pPr>
            <a:r>
              <a:rPr lang="en-US" sz="1778">
                <a:solidFill>
                  <a:srgbClr val="000000"/>
                </a:solidFill>
                <a:latin typeface="Arial"/>
                <a:ea typeface="Arial"/>
                <a:cs typeface="Arial"/>
                <a:sym typeface="Arial"/>
              </a:rPr>
              <a:t>No</a:t>
            </a:r>
            <a:endParaRPr sz="1778">
              <a:solidFill>
                <a:srgbClr val="000000"/>
              </a:solidFill>
              <a:latin typeface="Arial"/>
              <a:ea typeface="Arial"/>
              <a:cs typeface="Arial"/>
              <a:sym typeface="Arial"/>
            </a:endParaRPr>
          </a:p>
        </p:txBody>
      </p:sp>
      <p:sp>
        <p:nvSpPr>
          <p:cNvPr id="251" name="Google Shape;251;p27"/>
          <p:cNvSpPr txBox="1"/>
          <p:nvPr/>
        </p:nvSpPr>
        <p:spPr>
          <a:xfrm>
            <a:off x="5439825" y="3115025"/>
            <a:ext cx="600000" cy="397200"/>
          </a:xfrm>
          <a:prstGeom prst="rect">
            <a:avLst/>
          </a:prstGeom>
          <a:noFill/>
          <a:ln>
            <a:noFill/>
          </a:ln>
        </p:spPr>
        <p:txBody>
          <a:bodyPr anchorCtr="0" anchor="t" bIns="38100" lIns="38100" spcFirstLastPara="1" rIns="38100" wrap="square" tIns="38100">
            <a:noAutofit/>
          </a:bodyPr>
          <a:lstStyle/>
          <a:p>
            <a:pPr indent="0" lvl="0" marL="0" marR="0" rtl="0" algn="l">
              <a:lnSpc>
                <a:spcPct val="120312"/>
              </a:lnSpc>
              <a:spcBef>
                <a:spcPts val="0"/>
              </a:spcBef>
              <a:spcAft>
                <a:spcPts val="0"/>
              </a:spcAft>
              <a:buNone/>
            </a:pPr>
            <a:r>
              <a:rPr lang="en-US" sz="1778">
                <a:solidFill>
                  <a:srgbClr val="000000"/>
                </a:solidFill>
                <a:latin typeface="Arial"/>
                <a:ea typeface="Arial"/>
                <a:cs typeface="Arial"/>
                <a:sym typeface="Arial"/>
              </a:rPr>
              <a:t>Yes</a:t>
            </a:r>
            <a:endParaRPr sz="1778">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8"/>
          <p:cNvSpPr txBox="1"/>
          <p:nvPr/>
        </p:nvSpPr>
        <p:spPr>
          <a:xfrm>
            <a:off x="440950" y="2116650"/>
            <a:ext cx="9523500" cy="2920800"/>
          </a:xfrm>
          <a:prstGeom prst="rect">
            <a:avLst/>
          </a:prstGeom>
          <a:noFill/>
          <a:ln>
            <a:noFill/>
          </a:ln>
        </p:spPr>
        <p:txBody>
          <a:bodyPr anchorCtr="0" anchor="t" bIns="38100" lIns="38100" spcFirstLastPara="1" rIns="38100" wrap="square" tIns="38100">
            <a:noAutofit/>
          </a:bodyPr>
          <a:lstStyle/>
          <a:p>
            <a:pPr indent="-276014" lvl="0" marL="381000" marR="0" rtl="0" algn="l">
              <a:lnSpc>
                <a:spcPct val="119000"/>
              </a:lnSpc>
              <a:spcBef>
                <a:spcPts val="0"/>
              </a:spcBef>
              <a:spcAft>
                <a:spcPts val="0"/>
              </a:spcAft>
              <a:buClr>
                <a:srgbClr val="4E3B30"/>
              </a:buClr>
              <a:buSzPts val="3547"/>
              <a:buChar char="●"/>
            </a:pPr>
            <a:r>
              <a:rPr lang="en-US" sz="3547">
                <a:solidFill>
                  <a:srgbClr val="4E3B30"/>
                </a:solidFill>
                <a:latin typeface="Arial"/>
                <a:ea typeface="Arial"/>
                <a:cs typeface="Arial"/>
                <a:sym typeface="Arial"/>
              </a:rPr>
              <a:t>First, all the users should log in with unique username/password</a:t>
            </a:r>
            <a:endParaRPr sz="3547">
              <a:solidFill>
                <a:srgbClr val="4E3B30"/>
              </a:solidFill>
              <a:latin typeface="Arial"/>
              <a:ea typeface="Arial"/>
              <a:cs typeface="Arial"/>
              <a:sym typeface="Arial"/>
            </a:endParaRPr>
          </a:p>
          <a:p>
            <a:pPr indent="-276014" lvl="0" marL="381000" marR="0" rtl="0" algn="l">
              <a:lnSpc>
                <a:spcPct val="119000"/>
              </a:lnSpc>
              <a:spcBef>
                <a:spcPts val="0"/>
              </a:spcBef>
              <a:spcAft>
                <a:spcPts val="0"/>
              </a:spcAft>
              <a:buClr>
                <a:srgbClr val="4E3B30"/>
              </a:buClr>
              <a:buSzPts val="3547"/>
              <a:buChar char="●"/>
            </a:pPr>
            <a:r>
              <a:rPr lang="en-US" sz="3547">
                <a:solidFill>
                  <a:srgbClr val="4E3B30"/>
                </a:solidFill>
                <a:latin typeface="Arial"/>
                <a:ea typeface="Arial"/>
                <a:cs typeface="Arial"/>
                <a:sym typeface="Arial"/>
              </a:rPr>
              <a:t>Without logging in to the system they are not allowed to see the relevant data regarding researches, forums, etc. </a:t>
            </a:r>
            <a:endParaRPr sz="3547">
              <a:solidFill>
                <a:srgbClr val="4E3B3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9"/>
          <p:cNvSpPr txBox="1"/>
          <p:nvPr/>
        </p:nvSpPr>
        <p:spPr>
          <a:xfrm>
            <a:off x="440950" y="1947325"/>
            <a:ext cx="9523500" cy="786900"/>
          </a:xfrm>
          <a:prstGeom prst="rect">
            <a:avLst/>
          </a:prstGeom>
          <a:noFill/>
          <a:ln>
            <a:noFill/>
          </a:ln>
        </p:spPr>
        <p:txBody>
          <a:bodyPr anchorCtr="0" anchor="t" bIns="38100" lIns="38100" spcFirstLastPara="1" rIns="38100" wrap="square" tIns="38100">
            <a:noAutofit/>
          </a:bodyPr>
          <a:lstStyle/>
          <a:p>
            <a:pPr indent="-304800" lvl="0" marL="381000" marR="0" rtl="0" algn="l">
              <a:lnSpc>
                <a:spcPct val="120138"/>
              </a:lnSpc>
              <a:spcBef>
                <a:spcPts val="0"/>
              </a:spcBef>
              <a:spcAft>
                <a:spcPts val="0"/>
              </a:spcAft>
              <a:buClr>
                <a:srgbClr val="4E3B30"/>
              </a:buClr>
              <a:buSzPts val="4000"/>
              <a:buChar char="●"/>
            </a:pPr>
            <a:r>
              <a:rPr lang="en-US" sz="4000">
                <a:solidFill>
                  <a:srgbClr val="4E3B30"/>
                </a:solidFill>
                <a:latin typeface="Arial"/>
                <a:ea typeface="Arial"/>
                <a:cs typeface="Arial"/>
                <a:sym typeface="Arial"/>
              </a:rPr>
              <a:t>The first time users can register for free.</a:t>
            </a:r>
            <a:endParaRPr sz="4000">
              <a:solidFill>
                <a:srgbClr val="4E3B30"/>
              </a:solidFill>
              <a:latin typeface="Arial"/>
              <a:ea typeface="Arial"/>
              <a:cs typeface="Arial"/>
              <a:sym typeface="Arial"/>
            </a:endParaRPr>
          </a:p>
          <a:p>
            <a:pPr indent="0" lvl="0" marL="0" marR="0" rtl="0" algn="l">
              <a:lnSpc>
                <a:spcPct val="120138"/>
              </a:lnSpc>
              <a:spcBef>
                <a:spcPts val="719"/>
              </a:spcBef>
              <a:spcAft>
                <a:spcPts val="0"/>
              </a:spcAft>
              <a:buNone/>
            </a:pPr>
            <a:r>
              <a:t/>
            </a:r>
            <a:endParaRPr sz="4000">
              <a:solidFill>
                <a:srgbClr val="4E3B30"/>
              </a:solidFill>
              <a:latin typeface="Arial"/>
              <a:ea typeface="Arial"/>
              <a:cs typeface="Arial"/>
              <a:sym typeface="Arial"/>
            </a:endParaRPr>
          </a:p>
        </p:txBody>
      </p:sp>
      <p:sp>
        <p:nvSpPr>
          <p:cNvPr id="262" name="Google Shape;262;p29"/>
          <p:cNvSpPr txBox="1"/>
          <p:nvPr/>
        </p:nvSpPr>
        <p:spPr>
          <a:xfrm>
            <a:off x="440950" y="3268475"/>
            <a:ext cx="9523500" cy="1497900"/>
          </a:xfrm>
          <a:prstGeom prst="rect">
            <a:avLst/>
          </a:prstGeom>
          <a:noFill/>
          <a:ln>
            <a:noFill/>
          </a:ln>
        </p:spPr>
        <p:txBody>
          <a:bodyPr anchorCtr="0" anchor="t" bIns="38100" lIns="38100" spcFirstLastPara="1" rIns="38100" wrap="square" tIns="38100">
            <a:noAutofit/>
          </a:bodyPr>
          <a:lstStyle/>
          <a:p>
            <a:pPr indent="0" lvl="0" marL="0" marR="0" rtl="0" algn="l">
              <a:lnSpc>
                <a:spcPct val="119921"/>
              </a:lnSpc>
              <a:spcBef>
                <a:spcPts val="0"/>
              </a:spcBef>
              <a:spcAft>
                <a:spcPts val="0"/>
              </a:spcAft>
              <a:buNone/>
            </a:pPr>
            <a:r>
              <a:rPr b="1" lang="en-US" sz="3556">
                <a:solidFill>
                  <a:srgbClr val="4E3B30"/>
                </a:solidFill>
                <a:latin typeface="Arial"/>
                <a:ea typeface="Arial"/>
                <a:cs typeface="Arial"/>
                <a:sym typeface="Arial"/>
              </a:rPr>
              <a:t>Standard users </a:t>
            </a:r>
            <a:r>
              <a:rPr lang="en-US" sz="3556">
                <a:solidFill>
                  <a:srgbClr val="4E3B30"/>
                </a:solidFill>
                <a:latin typeface="Arial"/>
                <a:ea typeface="Arial"/>
                <a:cs typeface="Arial"/>
                <a:sym typeface="Arial"/>
              </a:rPr>
              <a:t>are being registered by an automated system, while for </a:t>
            </a:r>
            <a:r>
              <a:rPr b="1" lang="en-US" sz="3556">
                <a:solidFill>
                  <a:srgbClr val="4E3B30"/>
                </a:solidFill>
                <a:latin typeface="Arial"/>
                <a:ea typeface="Arial"/>
                <a:cs typeface="Arial"/>
                <a:sym typeface="Arial"/>
              </a:rPr>
              <a:t>Researchers</a:t>
            </a:r>
            <a:r>
              <a:rPr lang="en-US" sz="3556">
                <a:solidFill>
                  <a:srgbClr val="4E3B30"/>
                </a:solidFill>
                <a:latin typeface="Arial"/>
                <a:ea typeface="Arial"/>
                <a:cs typeface="Arial"/>
                <a:sym typeface="Arial"/>
              </a:rPr>
              <a:t>, access is granted only after a review of credentials by project staff (</a:t>
            </a:r>
            <a:r>
              <a:rPr b="1" lang="en-US" sz="3556">
                <a:solidFill>
                  <a:srgbClr val="4E3B30"/>
                </a:solidFill>
                <a:latin typeface="Arial"/>
                <a:ea typeface="Arial"/>
                <a:cs typeface="Arial"/>
                <a:sym typeface="Arial"/>
              </a:rPr>
              <a:t>Administrators</a:t>
            </a:r>
            <a:r>
              <a:rPr lang="en-US" sz="3556">
                <a:solidFill>
                  <a:srgbClr val="4E3B30"/>
                </a:solidFill>
                <a:latin typeface="Arial"/>
                <a:ea typeface="Arial"/>
                <a:cs typeface="Arial"/>
                <a:sym typeface="Arial"/>
              </a:rPr>
              <a:t>)</a:t>
            </a:r>
            <a:r>
              <a:rPr lang="en-US" sz="3556">
                <a:solidFill>
                  <a:srgbClr val="000000"/>
                </a:solidFill>
                <a:latin typeface="Arial"/>
                <a:ea typeface="Arial"/>
                <a:cs typeface="Arial"/>
                <a:sym typeface="Arial"/>
              </a:rPr>
              <a:t>. </a:t>
            </a:r>
            <a:endParaRPr sz="3556">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0"/>
          <p:cNvSpPr txBox="1"/>
          <p:nvPr/>
        </p:nvSpPr>
        <p:spPr>
          <a:xfrm>
            <a:off x="440950" y="2455325"/>
            <a:ext cx="9523500" cy="4427700"/>
          </a:xfrm>
          <a:prstGeom prst="rect">
            <a:avLst/>
          </a:prstGeom>
          <a:noFill/>
          <a:ln>
            <a:noFill/>
          </a:ln>
        </p:spPr>
        <p:txBody>
          <a:bodyPr anchorCtr="0" anchor="t" bIns="38100" lIns="38100" spcFirstLastPara="1" rIns="38100" wrap="square" tIns="38100">
            <a:noAutofit/>
          </a:bodyPr>
          <a:lstStyle/>
          <a:p>
            <a:pPr indent="-276578" lvl="0" marL="381000" marR="0" rtl="0" algn="l">
              <a:lnSpc>
                <a:spcPct val="119921"/>
              </a:lnSpc>
              <a:spcBef>
                <a:spcPts val="0"/>
              </a:spcBef>
              <a:spcAft>
                <a:spcPts val="0"/>
              </a:spcAft>
              <a:buClr>
                <a:srgbClr val="4E3B30"/>
              </a:buClr>
              <a:buSzPts val="3556"/>
              <a:buChar char="●"/>
            </a:pPr>
            <a:r>
              <a:rPr lang="en-US" sz="3556">
                <a:solidFill>
                  <a:srgbClr val="4E3B30"/>
                </a:solidFill>
                <a:latin typeface="Arial"/>
                <a:ea typeface="Arial"/>
                <a:cs typeface="Arial"/>
                <a:sym typeface="Arial"/>
              </a:rPr>
              <a:t>create their own profiles and update them.</a:t>
            </a:r>
            <a:endParaRPr sz="3556">
              <a:solidFill>
                <a:srgbClr val="4E3B30"/>
              </a:solidFill>
              <a:latin typeface="Arial"/>
              <a:ea typeface="Arial"/>
              <a:cs typeface="Arial"/>
              <a:sym typeface="Arial"/>
            </a:endParaRPr>
          </a:p>
          <a:p>
            <a:pPr indent="-276578" lvl="0" marL="381000" marR="0" rtl="0" algn="l">
              <a:lnSpc>
                <a:spcPct val="119921"/>
              </a:lnSpc>
              <a:spcBef>
                <a:spcPts val="0"/>
              </a:spcBef>
              <a:spcAft>
                <a:spcPts val="0"/>
              </a:spcAft>
              <a:buClr>
                <a:srgbClr val="4E3B30"/>
              </a:buClr>
              <a:buSzPts val="3556"/>
              <a:buChar char="●"/>
            </a:pPr>
            <a:r>
              <a:rPr lang="en-US" sz="3556">
                <a:solidFill>
                  <a:srgbClr val="4E3B30"/>
                </a:solidFill>
                <a:latin typeface="Arial"/>
                <a:ea typeface="Arial"/>
                <a:cs typeface="Arial"/>
                <a:sym typeface="Arial"/>
              </a:rPr>
              <a:t>upload videos and images onto the Geo Portal.</a:t>
            </a:r>
            <a:endParaRPr sz="3556">
              <a:solidFill>
                <a:srgbClr val="4E3B30"/>
              </a:solidFill>
              <a:latin typeface="Arial"/>
              <a:ea typeface="Arial"/>
              <a:cs typeface="Arial"/>
              <a:sym typeface="Arial"/>
            </a:endParaRPr>
          </a:p>
          <a:p>
            <a:pPr indent="-276578" lvl="0" marL="381000" marR="0" rtl="0" algn="l">
              <a:lnSpc>
                <a:spcPct val="119921"/>
              </a:lnSpc>
              <a:spcBef>
                <a:spcPts val="0"/>
              </a:spcBef>
              <a:spcAft>
                <a:spcPts val="0"/>
              </a:spcAft>
              <a:buClr>
                <a:srgbClr val="4E3B30"/>
              </a:buClr>
              <a:buSzPts val="3556"/>
              <a:buChar char="●"/>
            </a:pPr>
            <a:r>
              <a:rPr lang="en-US" sz="3556">
                <a:solidFill>
                  <a:srgbClr val="4E3B30"/>
                </a:solidFill>
                <a:latin typeface="Arial"/>
                <a:ea typeface="Arial"/>
                <a:cs typeface="Arial"/>
                <a:sym typeface="Arial"/>
              </a:rPr>
              <a:t>share their experiences visually with the forum.</a:t>
            </a:r>
            <a:endParaRPr sz="3556">
              <a:solidFill>
                <a:srgbClr val="4E3B30"/>
              </a:solidFill>
              <a:latin typeface="Arial"/>
              <a:ea typeface="Arial"/>
              <a:cs typeface="Arial"/>
              <a:sym typeface="Arial"/>
            </a:endParaRPr>
          </a:p>
          <a:p>
            <a:pPr indent="-276578" lvl="0" marL="381000" marR="0" rtl="0" algn="l">
              <a:lnSpc>
                <a:spcPct val="119921"/>
              </a:lnSpc>
              <a:spcBef>
                <a:spcPts val="0"/>
              </a:spcBef>
              <a:spcAft>
                <a:spcPts val="0"/>
              </a:spcAft>
              <a:buClr>
                <a:srgbClr val="4E3B30"/>
              </a:buClr>
              <a:buSzPts val="3556"/>
              <a:buChar char="●"/>
            </a:pPr>
            <a:r>
              <a:rPr lang="en-US" sz="3556">
                <a:solidFill>
                  <a:srgbClr val="4E3B30"/>
                </a:solidFill>
                <a:latin typeface="Arial"/>
                <a:ea typeface="Arial"/>
                <a:cs typeface="Arial"/>
                <a:sym typeface="Arial"/>
              </a:rPr>
              <a:t>search the database for information.</a:t>
            </a:r>
            <a:endParaRPr sz="3556">
              <a:solidFill>
                <a:srgbClr val="4E3B30"/>
              </a:solidFill>
              <a:latin typeface="Arial"/>
              <a:ea typeface="Arial"/>
              <a:cs typeface="Arial"/>
              <a:sym typeface="Arial"/>
            </a:endParaRPr>
          </a:p>
          <a:p>
            <a:pPr indent="-276578" lvl="0" marL="381000" marR="0" rtl="0" algn="l">
              <a:lnSpc>
                <a:spcPct val="119921"/>
              </a:lnSpc>
              <a:spcBef>
                <a:spcPts val="0"/>
              </a:spcBef>
              <a:spcAft>
                <a:spcPts val="0"/>
              </a:spcAft>
              <a:buClr>
                <a:srgbClr val="4E3B30"/>
              </a:buClr>
              <a:buSzPts val="3556"/>
              <a:buChar char="●"/>
            </a:pPr>
            <a:r>
              <a:rPr lang="en-US" sz="3556">
                <a:solidFill>
                  <a:srgbClr val="4E3B30"/>
                </a:solidFill>
                <a:latin typeface="Arial"/>
                <a:ea typeface="Arial"/>
                <a:cs typeface="Arial"/>
                <a:sym typeface="Arial"/>
              </a:rPr>
              <a:t>create a shopping cart to add relevant information that can be accessed at any time for later use.</a:t>
            </a:r>
            <a:endParaRPr sz="3556">
              <a:solidFill>
                <a:srgbClr val="4E3B30"/>
              </a:solidFill>
              <a:latin typeface="Arial"/>
              <a:ea typeface="Arial"/>
              <a:cs typeface="Arial"/>
              <a:sym typeface="Arial"/>
            </a:endParaRPr>
          </a:p>
        </p:txBody>
      </p:sp>
      <p:pic>
        <p:nvPicPr>
          <p:cNvPr id="268" name="Google Shape;268;p30"/>
          <p:cNvPicPr preferRelativeResize="0"/>
          <p:nvPr/>
        </p:nvPicPr>
        <p:blipFill>
          <a:blip r:embed="rId3">
            <a:alphaModFix/>
          </a:blip>
          <a:stretch>
            <a:fillRect/>
          </a:stretch>
        </p:blipFill>
        <p:spPr>
          <a:xfrm>
            <a:off x="317500" y="402150"/>
            <a:ext cx="3344325" cy="751400"/>
          </a:xfrm>
          <a:prstGeom prst="rect">
            <a:avLst/>
          </a:prstGeom>
          <a:noFill/>
          <a:ln>
            <a:noFill/>
          </a:ln>
        </p:spPr>
      </p:pic>
      <p:sp>
        <p:nvSpPr>
          <p:cNvPr id="269" name="Google Shape;269;p30"/>
          <p:cNvSpPr txBox="1"/>
          <p:nvPr/>
        </p:nvSpPr>
        <p:spPr>
          <a:xfrm>
            <a:off x="497400" y="575025"/>
            <a:ext cx="3060600" cy="567000"/>
          </a:xfrm>
          <a:prstGeom prst="rect">
            <a:avLst/>
          </a:prstGeom>
          <a:noFill/>
          <a:ln>
            <a:noFill/>
          </a:ln>
        </p:spPr>
        <p:txBody>
          <a:bodyPr anchorCtr="0" anchor="ctr" bIns="38100" lIns="38100" spcFirstLastPara="1" rIns="38100" wrap="square" tIns="38100">
            <a:noAutofit/>
          </a:bodyPr>
          <a:lstStyle/>
          <a:p>
            <a:pPr indent="0" lvl="0" marL="0" marR="0" rtl="0" algn="l">
              <a:lnSpc>
                <a:spcPct val="108035"/>
              </a:lnSpc>
              <a:spcBef>
                <a:spcPts val="0"/>
              </a:spcBef>
              <a:spcAft>
                <a:spcPts val="0"/>
              </a:spcAft>
              <a:buNone/>
            </a:pPr>
            <a:r>
              <a:rPr b="1" lang="en-US" sz="3111">
                <a:solidFill>
                  <a:srgbClr val="FFFFFF"/>
                </a:solidFill>
                <a:latin typeface="Arial"/>
                <a:ea typeface="Arial"/>
                <a:cs typeface="Arial"/>
                <a:sym typeface="Arial"/>
              </a:rPr>
              <a:t>Standard users</a:t>
            </a:r>
            <a:endParaRPr b="1" sz="3111">
              <a:solidFill>
                <a:srgbClr val="FFFFFF"/>
              </a:solidFill>
              <a:latin typeface="Arial"/>
              <a:ea typeface="Arial"/>
              <a:cs typeface="Arial"/>
              <a:sym typeface="Arial"/>
            </a:endParaRPr>
          </a:p>
        </p:txBody>
      </p:sp>
      <p:sp>
        <p:nvSpPr>
          <p:cNvPr id="270" name="Google Shape;270;p30"/>
          <p:cNvSpPr txBox="1"/>
          <p:nvPr/>
        </p:nvSpPr>
        <p:spPr>
          <a:xfrm>
            <a:off x="779625" y="1659800"/>
            <a:ext cx="3088800" cy="555900"/>
          </a:xfrm>
          <a:prstGeom prst="rect">
            <a:avLst/>
          </a:prstGeom>
          <a:noFill/>
          <a:ln>
            <a:noFill/>
          </a:ln>
        </p:spPr>
        <p:txBody>
          <a:bodyPr anchorCtr="0" anchor="t" bIns="38100" lIns="38100" spcFirstLastPara="1" rIns="38100" wrap="square" tIns="38100">
            <a:noAutofit/>
          </a:bodyPr>
          <a:lstStyle/>
          <a:p>
            <a:pPr indent="0" lvl="0" marL="0" marR="0" rtl="0" algn="l">
              <a:lnSpc>
                <a:spcPct val="120089"/>
              </a:lnSpc>
              <a:spcBef>
                <a:spcPts val="0"/>
              </a:spcBef>
              <a:spcAft>
                <a:spcPts val="0"/>
              </a:spcAft>
              <a:buNone/>
            </a:pPr>
            <a:r>
              <a:rPr lang="en-US" sz="3111">
                <a:solidFill>
                  <a:srgbClr val="000000"/>
                </a:solidFill>
                <a:latin typeface="Arial"/>
                <a:ea typeface="Arial"/>
                <a:cs typeface="Arial"/>
                <a:sym typeface="Arial"/>
              </a:rPr>
              <a:t>CAN …….</a:t>
            </a:r>
            <a:endParaRPr sz="3111">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1"/>
          <p:cNvSpPr txBox="1"/>
          <p:nvPr/>
        </p:nvSpPr>
        <p:spPr>
          <a:xfrm>
            <a:off x="406400" y="2133600"/>
            <a:ext cx="9523500" cy="4427700"/>
          </a:xfrm>
          <a:prstGeom prst="rect">
            <a:avLst/>
          </a:prstGeom>
          <a:noFill/>
          <a:ln>
            <a:noFill/>
          </a:ln>
        </p:spPr>
        <p:txBody>
          <a:bodyPr anchorCtr="0" anchor="t" bIns="38100" lIns="38100" spcFirstLastPara="1" rIns="38100" wrap="square" tIns="38100">
            <a:noAutofit/>
          </a:bodyPr>
          <a:lstStyle/>
          <a:p>
            <a:pPr indent="-262466" lvl="0" marL="381000" marR="0" rtl="0" algn="l">
              <a:lnSpc>
                <a:spcPct val="100000"/>
              </a:lnSpc>
              <a:spcBef>
                <a:spcPts val="0"/>
              </a:spcBef>
              <a:spcAft>
                <a:spcPts val="0"/>
              </a:spcAft>
              <a:buClr>
                <a:srgbClr val="4E3B30"/>
              </a:buClr>
              <a:buSzPts val="3333"/>
              <a:buChar char="●"/>
            </a:pPr>
            <a:r>
              <a:rPr lang="en-US" sz="3333">
                <a:solidFill>
                  <a:srgbClr val="4E3B30"/>
                </a:solidFill>
                <a:latin typeface="Arial"/>
                <a:ea typeface="Arial"/>
                <a:cs typeface="Arial"/>
                <a:sym typeface="Arial"/>
              </a:rPr>
              <a:t>perform all the events which the ‘Regular users’ can perform</a:t>
            </a:r>
            <a:endParaRPr sz="3333">
              <a:solidFill>
                <a:srgbClr val="4E3B30"/>
              </a:solidFill>
              <a:latin typeface="Arial"/>
              <a:ea typeface="Arial"/>
              <a:cs typeface="Arial"/>
              <a:sym typeface="Arial"/>
            </a:endParaRPr>
          </a:p>
          <a:p>
            <a:pPr indent="-262466" lvl="0" marL="381000" marR="0" rtl="0" algn="l">
              <a:lnSpc>
                <a:spcPct val="100000"/>
              </a:lnSpc>
              <a:spcBef>
                <a:spcPts val="0"/>
              </a:spcBef>
              <a:spcAft>
                <a:spcPts val="0"/>
              </a:spcAft>
              <a:buClr>
                <a:srgbClr val="4E3B30"/>
              </a:buClr>
              <a:buSzPts val="3333"/>
              <a:buChar char="●"/>
            </a:pPr>
            <a:r>
              <a:rPr lang="en-US" sz="3333">
                <a:solidFill>
                  <a:srgbClr val="4E3B30"/>
                </a:solidFill>
                <a:latin typeface="Arial"/>
                <a:ea typeface="Arial"/>
                <a:cs typeface="Arial"/>
                <a:sym typeface="Arial"/>
              </a:rPr>
              <a:t>draw a polygon covering project areas and then enter information about the data they have for the area and contact information. </a:t>
            </a:r>
            <a:endParaRPr sz="3333">
              <a:solidFill>
                <a:srgbClr val="4E3B30"/>
              </a:solidFill>
              <a:latin typeface="Arial"/>
              <a:ea typeface="Arial"/>
              <a:cs typeface="Arial"/>
              <a:sym typeface="Arial"/>
            </a:endParaRPr>
          </a:p>
          <a:p>
            <a:pPr indent="-262466" lvl="0" marL="381000" marR="0" rtl="0" algn="l">
              <a:lnSpc>
                <a:spcPct val="100000"/>
              </a:lnSpc>
              <a:spcBef>
                <a:spcPts val="0"/>
              </a:spcBef>
              <a:spcAft>
                <a:spcPts val="0"/>
              </a:spcAft>
              <a:buClr>
                <a:srgbClr val="4E3B30"/>
              </a:buClr>
              <a:buSzPts val="3333"/>
              <a:buChar char="●"/>
            </a:pPr>
            <a:r>
              <a:rPr lang="en-US" sz="3333">
                <a:solidFill>
                  <a:srgbClr val="4E3B30"/>
                </a:solidFill>
                <a:latin typeface="Arial"/>
                <a:ea typeface="Arial"/>
                <a:cs typeface="Arial"/>
                <a:sym typeface="Arial"/>
              </a:rPr>
              <a:t>directly import Meta data from shape files imported through a semi-automated process.</a:t>
            </a:r>
            <a:endParaRPr sz="3333">
              <a:solidFill>
                <a:srgbClr val="4E3B30"/>
              </a:solidFill>
              <a:latin typeface="Arial"/>
              <a:ea typeface="Arial"/>
              <a:cs typeface="Arial"/>
              <a:sym typeface="Arial"/>
            </a:endParaRPr>
          </a:p>
          <a:p>
            <a:pPr indent="-262466" lvl="0" marL="381000" marR="0" rtl="0" algn="l">
              <a:lnSpc>
                <a:spcPct val="100000"/>
              </a:lnSpc>
              <a:spcBef>
                <a:spcPts val="0"/>
              </a:spcBef>
              <a:spcAft>
                <a:spcPts val="0"/>
              </a:spcAft>
              <a:buClr>
                <a:srgbClr val="4E3B30"/>
              </a:buClr>
              <a:buSzPts val="3333"/>
              <a:buChar char="●"/>
            </a:pPr>
            <a:r>
              <a:rPr lang="en-US" sz="3333">
                <a:solidFill>
                  <a:srgbClr val="4E3B30"/>
                </a:solidFill>
                <a:latin typeface="Arial"/>
                <a:ea typeface="Arial"/>
                <a:cs typeface="Arial"/>
                <a:sym typeface="Arial"/>
              </a:rPr>
              <a:t>modify or update existing data.</a:t>
            </a:r>
            <a:endParaRPr sz="3333">
              <a:solidFill>
                <a:srgbClr val="4E3B30"/>
              </a:solidFill>
              <a:latin typeface="Arial"/>
              <a:ea typeface="Arial"/>
              <a:cs typeface="Arial"/>
              <a:sym typeface="Arial"/>
            </a:endParaRPr>
          </a:p>
          <a:p>
            <a:pPr indent="-262466" lvl="0" marL="381000" marR="0" rtl="0" algn="l">
              <a:lnSpc>
                <a:spcPct val="100000"/>
              </a:lnSpc>
              <a:spcBef>
                <a:spcPts val="0"/>
              </a:spcBef>
              <a:spcAft>
                <a:spcPts val="0"/>
              </a:spcAft>
              <a:buClr>
                <a:srgbClr val="4E3B30"/>
              </a:buClr>
              <a:buSzPts val="3333"/>
              <a:buChar char="●"/>
            </a:pPr>
            <a:r>
              <a:rPr lang="en-US" sz="3333">
                <a:solidFill>
                  <a:srgbClr val="4E3B30"/>
                </a:solidFill>
                <a:latin typeface="Arial"/>
                <a:ea typeface="Arial"/>
                <a:cs typeface="Arial"/>
                <a:sym typeface="Arial"/>
              </a:rPr>
              <a:t>check stats of who has requested their data. </a:t>
            </a:r>
            <a:endParaRPr sz="3333">
              <a:solidFill>
                <a:srgbClr val="4E3B30"/>
              </a:solidFill>
              <a:latin typeface="Arial"/>
              <a:ea typeface="Arial"/>
              <a:cs typeface="Arial"/>
              <a:sym typeface="Arial"/>
            </a:endParaRPr>
          </a:p>
        </p:txBody>
      </p:sp>
      <p:pic>
        <p:nvPicPr>
          <p:cNvPr id="276" name="Google Shape;276;p31"/>
          <p:cNvPicPr preferRelativeResize="0"/>
          <p:nvPr/>
        </p:nvPicPr>
        <p:blipFill>
          <a:blip r:embed="rId3">
            <a:alphaModFix/>
          </a:blip>
          <a:stretch>
            <a:fillRect/>
          </a:stretch>
        </p:blipFill>
        <p:spPr>
          <a:xfrm>
            <a:off x="317500" y="402150"/>
            <a:ext cx="2921000" cy="751400"/>
          </a:xfrm>
          <a:prstGeom prst="rect">
            <a:avLst/>
          </a:prstGeom>
          <a:noFill/>
          <a:ln>
            <a:noFill/>
          </a:ln>
        </p:spPr>
      </p:pic>
      <p:sp>
        <p:nvSpPr>
          <p:cNvPr id="277" name="Google Shape;277;p31"/>
          <p:cNvSpPr txBox="1"/>
          <p:nvPr/>
        </p:nvSpPr>
        <p:spPr>
          <a:xfrm>
            <a:off x="492125" y="575025"/>
            <a:ext cx="2648100" cy="567000"/>
          </a:xfrm>
          <a:prstGeom prst="rect">
            <a:avLst/>
          </a:prstGeom>
          <a:noFill/>
          <a:ln>
            <a:noFill/>
          </a:ln>
        </p:spPr>
        <p:txBody>
          <a:bodyPr anchorCtr="0" anchor="ctr" bIns="38100" lIns="38100" spcFirstLastPara="1" rIns="38100" wrap="square" tIns="38100">
            <a:noAutofit/>
          </a:bodyPr>
          <a:lstStyle/>
          <a:p>
            <a:pPr indent="0" lvl="0" marL="0" marR="0" rtl="0" algn="l">
              <a:lnSpc>
                <a:spcPct val="108035"/>
              </a:lnSpc>
              <a:spcBef>
                <a:spcPts val="0"/>
              </a:spcBef>
              <a:spcAft>
                <a:spcPts val="0"/>
              </a:spcAft>
              <a:buNone/>
            </a:pPr>
            <a:r>
              <a:rPr b="1" lang="en-US" sz="3111">
                <a:solidFill>
                  <a:srgbClr val="FFFFFF"/>
                </a:solidFill>
                <a:latin typeface="Arial"/>
                <a:ea typeface="Arial"/>
                <a:cs typeface="Arial"/>
                <a:sym typeface="Arial"/>
              </a:rPr>
              <a:t>Researchers</a:t>
            </a:r>
            <a:endParaRPr b="1" sz="3111">
              <a:solidFill>
                <a:srgbClr val="FFFFFF"/>
              </a:solidFill>
              <a:latin typeface="Arial"/>
              <a:ea typeface="Arial"/>
              <a:cs typeface="Arial"/>
              <a:sym typeface="Arial"/>
            </a:endParaRPr>
          </a:p>
        </p:txBody>
      </p:sp>
      <p:sp>
        <p:nvSpPr>
          <p:cNvPr id="278" name="Google Shape;278;p31"/>
          <p:cNvSpPr txBox="1"/>
          <p:nvPr/>
        </p:nvSpPr>
        <p:spPr>
          <a:xfrm>
            <a:off x="711200" y="1422375"/>
            <a:ext cx="3088800" cy="557700"/>
          </a:xfrm>
          <a:prstGeom prst="rect">
            <a:avLst/>
          </a:prstGeom>
          <a:noFill/>
          <a:ln>
            <a:noFill/>
          </a:ln>
        </p:spPr>
        <p:txBody>
          <a:bodyPr anchorCtr="0" anchor="t" bIns="38100" lIns="38100" spcFirstLastPara="1" rIns="38100" wrap="square" tIns="38100">
            <a:noAutofit/>
          </a:bodyPr>
          <a:lstStyle/>
          <a:p>
            <a:pPr indent="0" lvl="0" marL="0" marR="0" rtl="0" algn="l">
              <a:lnSpc>
                <a:spcPct val="120089"/>
              </a:lnSpc>
              <a:spcBef>
                <a:spcPts val="0"/>
              </a:spcBef>
              <a:spcAft>
                <a:spcPts val="0"/>
              </a:spcAft>
              <a:buNone/>
            </a:pPr>
            <a:r>
              <a:rPr lang="en-US" sz="3111">
                <a:solidFill>
                  <a:srgbClr val="000000"/>
                </a:solidFill>
                <a:latin typeface="Arial"/>
                <a:ea typeface="Arial"/>
                <a:cs typeface="Arial"/>
                <a:sym typeface="Arial"/>
              </a:rPr>
              <a:t>CAN …….</a:t>
            </a:r>
            <a:endParaRPr sz="3111">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32"/>
          <p:cNvPicPr preferRelativeResize="0"/>
          <p:nvPr/>
        </p:nvPicPr>
        <p:blipFill>
          <a:blip r:embed="rId3">
            <a:alphaModFix/>
          </a:blip>
          <a:stretch>
            <a:fillRect/>
          </a:stretch>
        </p:blipFill>
        <p:spPr>
          <a:xfrm>
            <a:off x="762000" y="762000"/>
            <a:ext cx="7418900" cy="5090575"/>
          </a:xfrm>
          <a:prstGeom prst="rect">
            <a:avLst/>
          </a:prstGeom>
          <a:noFill/>
          <a:ln>
            <a:noFill/>
          </a:ln>
        </p:spPr>
      </p:pic>
      <p:pic>
        <p:nvPicPr>
          <p:cNvPr id="284" name="Google Shape;284;p32"/>
          <p:cNvPicPr preferRelativeResize="0"/>
          <p:nvPr/>
        </p:nvPicPr>
        <p:blipFill>
          <a:blip r:embed="rId4">
            <a:alphaModFix/>
          </a:blip>
          <a:stretch>
            <a:fillRect/>
          </a:stretch>
        </p:blipFill>
        <p:spPr>
          <a:xfrm>
            <a:off x="6254750" y="5662075"/>
            <a:ext cx="2730500" cy="1545150"/>
          </a:xfrm>
          <a:prstGeom prst="rect">
            <a:avLst/>
          </a:prstGeom>
          <a:noFill/>
          <a:ln>
            <a:noFill/>
          </a:ln>
        </p:spPr>
      </p:pic>
      <p:sp>
        <p:nvSpPr>
          <p:cNvPr id="285" name="Google Shape;285;p32"/>
          <p:cNvSpPr txBox="1"/>
          <p:nvPr/>
        </p:nvSpPr>
        <p:spPr>
          <a:xfrm>
            <a:off x="6372925" y="5729100"/>
            <a:ext cx="2570400" cy="1487400"/>
          </a:xfrm>
          <a:prstGeom prst="rect">
            <a:avLst/>
          </a:prstGeom>
          <a:noFill/>
          <a:ln>
            <a:noFill/>
          </a:ln>
        </p:spPr>
        <p:txBody>
          <a:bodyPr anchorCtr="0" anchor="t" bIns="38100" lIns="38100" spcFirstLastPara="1" rIns="38100" wrap="square" tIns="38100">
            <a:noAutofit/>
          </a:bodyPr>
          <a:lstStyle/>
          <a:p>
            <a:pPr indent="0" lvl="0" marL="0" marR="0" rtl="0" algn="l">
              <a:lnSpc>
                <a:spcPct val="119642"/>
              </a:lnSpc>
              <a:spcBef>
                <a:spcPts val="0"/>
              </a:spcBef>
              <a:spcAft>
                <a:spcPts val="0"/>
              </a:spcAft>
              <a:buNone/>
            </a:pPr>
            <a:r>
              <a:rPr lang="en-US" sz="1556">
                <a:solidFill>
                  <a:srgbClr val="000000"/>
                </a:solidFill>
                <a:latin typeface="Arial"/>
                <a:ea typeface="Arial"/>
                <a:cs typeface="Arial"/>
                <a:sym typeface="Arial"/>
              </a:rPr>
              <a:t>Information of users can be collected through forms and searched by others. Users will also be able to update their profiles, add CV’s etc and reply to Job postings</a:t>
            </a:r>
            <a:endParaRPr sz="1556">
              <a:solidFill>
                <a:srgbClr val="000000"/>
              </a:solidFill>
              <a:latin typeface="Arial"/>
              <a:ea typeface="Arial"/>
              <a:cs typeface="Arial"/>
              <a:sym typeface="Arial"/>
            </a:endParaRPr>
          </a:p>
          <a:p>
            <a:pPr indent="0" lvl="0" marL="0" marR="0" rtl="0" algn="l">
              <a:lnSpc>
                <a:spcPct val="119921"/>
              </a:lnSpc>
              <a:spcBef>
                <a:spcPts val="833"/>
              </a:spcBef>
              <a:spcAft>
                <a:spcPts val="0"/>
              </a:spcAft>
              <a:buNone/>
            </a:pPr>
            <a:r>
              <a:t/>
            </a:r>
            <a:endParaRPr sz="3556">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3"/>
          <p:cNvSpPr txBox="1"/>
          <p:nvPr/>
        </p:nvSpPr>
        <p:spPr>
          <a:xfrm>
            <a:off x="440950" y="2624650"/>
            <a:ext cx="9523500" cy="4512300"/>
          </a:xfrm>
          <a:prstGeom prst="rect">
            <a:avLst/>
          </a:prstGeom>
          <a:noFill/>
          <a:ln>
            <a:noFill/>
          </a:ln>
        </p:spPr>
        <p:txBody>
          <a:bodyPr anchorCtr="0" anchor="t" bIns="38100" lIns="38100" spcFirstLastPara="1" rIns="38100" wrap="square" tIns="38100">
            <a:noAutofit/>
          </a:bodyPr>
          <a:lstStyle/>
          <a:p>
            <a:pPr indent="-248355" lvl="0" marL="381000" marR="0" rtl="0" algn="l">
              <a:lnSpc>
                <a:spcPct val="120089"/>
              </a:lnSpc>
              <a:spcBef>
                <a:spcPts val="0"/>
              </a:spcBef>
              <a:spcAft>
                <a:spcPts val="0"/>
              </a:spcAft>
              <a:buClr>
                <a:srgbClr val="4E3B30"/>
              </a:buClr>
              <a:buSzPts val="3111"/>
              <a:buChar char="●"/>
            </a:pPr>
            <a:r>
              <a:rPr lang="en-US" sz="3111">
                <a:solidFill>
                  <a:srgbClr val="4E3B30"/>
                </a:solidFill>
                <a:latin typeface="Arial"/>
                <a:ea typeface="Arial"/>
                <a:cs typeface="Arial"/>
                <a:sym typeface="Arial"/>
              </a:rPr>
              <a:t>By entering coordinates (WGS84) or a specific location name </a:t>
            </a:r>
            <a:endParaRPr sz="3111">
              <a:solidFill>
                <a:srgbClr val="4E3B30"/>
              </a:solidFill>
              <a:latin typeface="Arial"/>
              <a:ea typeface="Arial"/>
              <a:cs typeface="Arial"/>
              <a:sym typeface="Arial"/>
            </a:endParaRPr>
          </a:p>
          <a:p>
            <a:pPr indent="-248355" lvl="0" marL="381000" marR="0" rtl="0" algn="l">
              <a:lnSpc>
                <a:spcPct val="120089"/>
              </a:lnSpc>
              <a:spcBef>
                <a:spcPts val="0"/>
              </a:spcBef>
              <a:spcAft>
                <a:spcPts val="0"/>
              </a:spcAft>
              <a:buClr>
                <a:srgbClr val="4E3B30"/>
              </a:buClr>
              <a:buSzPts val="3111"/>
              <a:buChar char="●"/>
            </a:pPr>
            <a:r>
              <a:rPr lang="en-US" sz="3111">
                <a:solidFill>
                  <a:srgbClr val="4E3B30"/>
                </a:solidFill>
                <a:latin typeface="Arial"/>
                <a:ea typeface="Arial"/>
                <a:cs typeface="Arial"/>
                <a:sym typeface="Arial"/>
              </a:rPr>
              <a:t>By manipulating GE and clicking on an area </a:t>
            </a:r>
            <a:endParaRPr sz="3111">
              <a:solidFill>
                <a:srgbClr val="4E3B30"/>
              </a:solidFill>
              <a:latin typeface="Arial"/>
              <a:ea typeface="Arial"/>
              <a:cs typeface="Arial"/>
              <a:sym typeface="Arial"/>
            </a:endParaRPr>
          </a:p>
          <a:p>
            <a:pPr indent="-248355" lvl="0" marL="381000" marR="0" rtl="0" algn="l">
              <a:lnSpc>
                <a:spcPct val="120089"/>
              </a:lnSpc>
              <a:spcBef>
                <a:spcPts val="0"/>
              </a:spcBef>
              <a:spcAft>
                <a:spcPts val="0"/>
              </a:spcAft>
              <a:buClr>
                <a:srgbClr val="4E3B30"/>
              </a:buClr>
              <a:buSzPts val="3111"/>
              <a:buChar char="●"/>
            </a:pPr>
            <a:r>
              <a:rPr lang="en-US" sz="3111">
                <a:solidFill>
                  <a:srgbClr val="4E3B30"/>
                </a:solidFill>
                <a:latin typeface="Arial"/>
                <a:ea typeface="Arial"/>
                <a:cs typeface="Arial"/>
                <a:sym typeface="Arial"/>
              </a:rPr>
              <a:t>By using a drop down list up to divisional level in range areas </a:t>
            </a:r>
            <a:endParaRPr sz="3111">
              <a:solidFill>
                <a:srgbClr val="4E3B30"/>
              </a:solidFill>
              <a:latin typeface="Arial"/>
              <a:ea typeface="Arial"/>
              <a:cs typeface="Arial"/>
              <a:sym typeface="Arial"/>
            </a:endParaRPr>
          </a:p>
          <a:p>
            <a:pPr indent="-248355" lvl="0" marL="381000" marR="0" rtl="0" algn="l">
              <a:lnSpc>
                <a:spcPct val="120089"/>
              </a:lnSpc>
              <a:spcBef>
                <a:spcPts val="0"/>
              </a:spcBef>
              <a:spcAft>
                <a:spcPts val="0"/>
              </a:spcAft>
              <a:buClr>
                <a:srgbClr val="4E3B30"/>
              </a:buClr>
              <a:buSzPts val="3111"/>
              <a:buChar char="●"/>
            </a:pPr>
            <a:r>
              <a:rPr lang="en-US" sz="3111">
                <a:solidFill>
                  <a:srgbClr val="4E3B30"/>
                </a:solidFill>
                <a:latin typeface="Arial"/>
                <a:ea typeface="Arial"/>
                <a:cs typeface="Arial"/>
                <a:sym typeface="Arial"/>
              </a:rPr>
              <a:t>By uploading a .kml or .shp file in WGS84 projection </a:t>
            </a:r>
            <a:endParaRPr sz="3111">
              <a:solidFill>
                <a:srgbClr val="4E3B30"/>
              </a:solidFill>
              <a:latin typeface="Arial"/>
              <a:ea typeface="Arial"/>
              <a:cs typeface="Arial"/>
              <a:sym typeface="Arial"/>
            </a:endParaRPr>
          </a:p>
          <a:p>
            <a:pPr indent="-248355" lvl="0" marL="381000" marR="0" rtl="0" algn="l">
              <a:lnSpc>
                <a:spcPct val="120089"/>
              </a:lnSpc>
              <a:spcBef>
                <a:spcPts val="0"/>
              </a:spcBef>
              <a:spcAft>
                <a:spcPts val="0"/>
              </a:spcAft>
              <a:buClr>
                <a:srgbClr val="4E3B30"/>
              </a:buClr>
              <a:buSzPts val="3111"/>
              <a:buChar char="●"/>
            </a:pPr>
            <a:r>
              <a:rPr lang="en-US" sz="3111">
                <a:solidFill>
                  <a:srgbClr val="4E3B30"/>
                </a:solidFill>
                <a:latin typeface="Arial"/>
                <a:ea typeface="Arial"/>
                <a:cs typeface="Arial"/>
                <a:sym typeface="Arial"/>
              </a:rPr>
              <a:t>By typing search keywords to generate a map if the requested information exists</a:t>
            </a:r>
            <a:endParaRPr sz="3111">
              <a:solidFill>
                <a:srgbClr val="4E3B30"/>
              </a:solidFill>
              <a:latin typeface="Arial"/>
              <a:ea typeface="Arial"/>
              <a:cs typeface="Arial"/>
              <a:sym typeface="Arial"/>
            </a:endParaRPr>
          </a:p>
        </p:txBody>
      </p:sp>
      <p:pic>
        <p:nvPicPr>
          <p:cNvPr id="291" name="Google Shape;291;p33"/>
          <p:cNvPicPr preferRelativeResize="0"/>
          <p:nvPr/>
        </p:nvPicPr>
        <p:blipFill>
          <a:blip r:embed="rId3">
            <a:alphaModFix/>
          </a:blip>
          <a:stretch>
            <a:fillRect/>
          </a:stretch>
        </p:blipFill>
        <p:spPr>
          <a:xfrm>
            <a:off x="317500" y="402150"/>
            <a:ext cx="9450900" cy="2074325"/>
          </a:xfrm>
          <a:prstGeom prst="rect">
            <a:avLst/>
          </a:prstGeom>
          <a:noFill/>
          <a:ln>
            <a:noFill/>
          </a:ln>
        </p:spPr>
      </p:pic>
      <p:sp>
        <p:nvSpPr>
          <p:cNvPr id="292" name="Google Shape;292;p33"/>
          <p:cNvSpPr txBox="1"/>
          <p:nvPr/>
        </p:nvSpPr>
        <p:spPr>
          <a:xfrm>
            <a:off x="492125" y="575025"/>
            <a:ext cx="2648100" cy="1057500"/>
          </a:xfrm>
          <a:prstGeom prst="rect">
            <a:avLst/>
          </a:prstGeom>
          <a:noFill/>
          <a:ln>
            <a:noFill/>
          </a:ln>
        </p:spPr>
        <p:txBody>
          <a:bodyPr anchorCtr="0" anchor="ctr" bIns="38100" lIns="38100" spcFirstLastPara="1" rIns="38100" wrap="square" tIns="38100">
            <a:noAutofit/>
          </a:bodyPr>
          <a:lstStyle/>
          <a:p>
            <a:pPr indent="0" lvl="0" marL="0" marR="0" rtl="0" algn="l">
              <a:lnSpc>
                <a:spcPct val="108035"/>
              </a:lnSpc>
              <a:spcBef>
                <a:spcPts val="0"/>
              </a:spcBef>
              <a:spcAft>
                <a:spcPts val="0"/>
              </a:spcAft>
              <a:buNone/>
            </a:pPr>
            <a:r>
              <a:rPr b="1" lang="en-US" sz="3111">
                <a:solidFill>
                  <a:srgbClr val="FFFFFF"/>
                </a:solidFill>
                <a:latin typeface="Arial"/>
                <a:ea typeface="Arial"/>
                <a:cs typeface="Arial"/>
                <a:sym typeface="Arial"/>
              </a:rPr>
              <a:t>Search Engine</a:t>
            </a:r>
            <a:endParaRPr b="1" sz="3111">
              <a:solidFill>
                <a:srgbClr val="FFFFFF"/>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4"/>
          <p:cNvSpPr txBox="1"/>
          <p:nvPr/>
        </p:nvSpPr>
        <p:spPr>
          <a:xfrm>
            <a:off x="440950" y="1575150"/>
            <a:ext cx="9523500" cy="6055800"/>
          </a:xfrm>
          <a:prstGeom prst="rect">
            <a:avLst/>
          </a:prstGeom>
          <a:noFill/>
          <a:ln>
            <a:noFill/>
          </a:ln>
        </p:spPr>
        <p:txBody>
          <a:bodyPr anchorCtr="0" anchor="t" bIns="38100" lIns="38100" spcFirstLastPara="1" rIns="38100" wrap="square" tIns="38100">
            <a:noAutofit/>
          </a:bodyPr>
          <a:lstStyle/>
          <a:p>
            <a:pPr indent="0" lvl="0" marL="0" marR="0" rtl="0" algn="l">
              <a:lnSpc>
                <a:spcPct val="119000"/>
              </a:lnSpc>
              <a:spcBef>
                <a:spcPts val="0"/>
              </a:spcBef>
              <a:spcAft>
                <a:spcPts val="0"/>
              </a:spcAft>
              <a:buNone/>
            </a:pPr>
            <a:r>
              <a:rPr lang="en-US" sz="3547">
                <a:solidFill>
                  <a:srgbClr val="4E3B30"/>
                </a:solidFill>
                <a:latin typeface="Arial"/>
                <a:ea typeface="Arial"/>
                <a:cs typeface="Arial"/>
                <a:sym typeface="Arial"/>
              </a:rPr>
              <a:t>For example if we take the above map of Sri Lanka ;</a:t>
            </a:r>
            <a:endParaRPr sz="3547">
              <a:solidFill>
                <a:srgbClr val="4E3B30"/>
              </a:solidFill>
              <a:latin typeface="Arial"/>
              <a:ea typeface="Arial"/>
              <a:cs typeface="Arial"/>
              <a:sym typeface="Arial"/>
            </a:endParaRPr>
          </a:p>
          <a:p>
            <a:pPr indent="0" lvl="0" marL="0" marR="0" rtl="0" algn="l">
              <a:lnSpc>
                <a:spcPct val="119000"/>
              </a:lnSpc>
              <a:spcBef>
                <a:spcPts val="620"/>
              </a:spcBef>
              <a:spcAft>
                <a:spcPts val="0"/>
              </a:spcAft>
              <a:buNone/>
            </a:pPr>
            <a:r>
              <a:t/>
            </a:r>
            <a:endParaRPr sz="3547">
              <a:solidFill>
                <a:srgbClr val="4E3B30"/>
              </a:solidFill>
              <a:latin typeface="Arial"/>
              <a:ea typeface="Arial"/>
              <a:cs typeface="Arial"/>
              <a:sym typeface="Arial"/>
            </a:endParaRPr>
          </a:p>
          <a:p>
            <a:pPr indent="-276014" lvl="0" marL="381000" marR="0" rtl="0" algn="l">
              <a:lnSpc>
                <a:spcPct val="119000"/>
              </a:lnSpc>
              <a:spcBef>
                <a:spcPts val="620"/>
              </a:spcBef>
              <a:spcAft>
                <a:spcPts val="0"/>
              </a:spcAft>
              <a:buClr>
                <a:srgbClr val="4E3B30"/>
              </a:buClr>
              <a:buSzPts val="3547"/>
              <a:buChar char="●"/>
            </a:pPr>
            <a:r>
              <a:rPr lang="en-US" sz="3547">
                <a:solidFill>
                  <a:srgbClr val="4E3B30"/>
                </a:solidFill>
                <a:latin typeface="Arial"/>
                <a:ea typeface="Arial"/>
                <a:cs typeface="Arial"/>
                <a:sym typeface="Arial"/>
              </a:rPr>
              <a:t>When a user draws a polygon on the map</a:t>
            </a:r>
            <a:endParaRPr sz="3547">
              <a:solidFill>
                <a:srgbClr val="4E3B30"/>
              </a:solidFill>
              <a:latin typeface="Arial"/>
              <a:ea typeface="Arial"/>
              <a:cs typeface="Arial"/>
              <a:sym typeface="Arial"/>
            </a:endParaRPr>
          </a:p>
          <a:p>
            <a:pPr indent="0" lvl="0" marL="0" marR="0" rtl="0" algn="l">
              <a:lnSpc>
                <a:spcPct val="119000"/>
              </a:lnSpc>
              <a:spcBef>
                <a:spcPts val="620"/>
              </a:spcBef>
              <a:spcAft>
                <a:spcPts val="0"/>
              </a:spcAft>
              <a:buNone/>
            </a:pPr>
            <a:r>
              <a:t/>
            </a:r>
            <a:endParaRPr sz="3547">
              <a:solidFill>
                <a:srgbClr val="4E3B30"/>
              </a:solidFill>
              <a:latin typeface="Arial"/>
              <a:ea typeface="Arial"/>
              <a:cs typeface="Arial"/>
              <a:sym typeface="Arial"/>
            </a:endParaRPr>
          </a:p>
          <a:p>
            <a:pPr indent="0" lvl="0" marL="0" marR="0" rtl="0" algn="l">
              <a:lnSpc>
                <a:spcPct val="119000"/>
              </a:lnSpc>
              <a:spcBef>
                <a:spcPts val="620"/>
              </a:spcBef>
              <a:spcAft>
                <a:spcPts val="0"/>
              </a:spcAft>
              <a:buNone/>
            </a:pPr>
            <a:r>
              <a:rPr lang="en-US" sz="3547">
                <a:solidFill>
                  <a:srgbClr val="4E3B30"/>
                </a:solidFill>
                <a:latin typeface="Arial"/>
                <a:ea typeface="Arial"/>
                <a:cs typeface="Arial"/>
                <a:sym typeface="Arial"/>
              </a:rPr>
              <a:t>- It will list the research information of that area.</a:t>
            </a:r>
            <a:endParaRPr sz="3547">
              <a:solidFill>
                <a:srgbClr val="4E3B30"/>
              </a:solidFill>
              <a:latin typeface="Arial"/>
              <a:ea typeface="Arial"/>
              <a:cs typeface="Arial"/>
              <a:sym typeface="Arial"/>
            </a:endParaRPr>
          </a:p>
          <a:p>
            <a:pPr indent="0" lvl="0" marL="0" marR="0" rtl="0" algn="l">
              <a:lnSpc>
                <a:spcPct val="119000"/>
              </a:lnSpc>
              <a:spcBef>
                <a:spcPts val="620"/>
              </a:spcBef>
              <a:spcAft>
                <a:spcPts val="0"/>
              </a:spcAft>
              <a:buNone/>
            </a:pPr>
            <a:r>
              <a:rPr lang="en-US" sz="3547">
                <a:solidFill>
                  <a:srgbClr val="4E3B30"/>
                </a:solidFill>
                <a:latin typeface="Arial"/>
                <a:ea typeface="Arial"/>
                <a:cs typeface="Arial"/>
                <a:sym typeface="Arial"/>
              </a:rPr>
              <a:t>(Date / Organization / Project Name)</a:t>
            </a:r>
            <a:endParaRPr sz="3547">
              <a:solidFill>
                <a:srgbClr val="4E3B30"/>
              </a:solidFill>
              <a:latin typeface="Arial"/>
              <a:ea typeface="Arial"/>
              <a:cs typeface="Arial"/>
              <a:sym typeface="Arial"/>
            </a:endParaRPr>
          </a:p>
          <a:p>
            <a:pPr indent="0" lvl="0" marL="0" marR="0" rtl="0" algn="l">
              <a:lnSpc>
                <a:spcPct val="119000"/>
              </a:lnSpc>
              <a:spcBef>
                <a:spcPts val="620"/>
              </a:spcBef>
              <a:spcAft>
                <a:spcPts val="0"/>
              </a:spcAft>
              <a:buNone/>
            </a:pPr>
            <a:r>
              <a:t/>
            </a:r>
            <a:endParaRPr sz="3547">
              <a:solidFill>
                <a:srgbClr val="4E3B30"/>
              </a:solidFill>
              <a:latin typeface="Arial"/>
              <a:ea typeface="Arial"/>
              <a:cs typeface="Arial"/>
              <a:sym typeface="Arial"/>
            </a:endParaRPr>
          </a:p>
          <a:p>
            <a:pPr indent="0" lvl="0" marL="0" marR="0" rtl="0" algn="l">
              <a:lnSpc>
                <a:spcPct val="119000"/>
              </a:lnSpc>
              <a:spcBef>
                <a:spcPts val="620"/>
              </a:spcBef>
              <a:spcAft>
                <a:spcPts val="0"/>
              </a:spcAft>
              <a:buNone/>
            </a:pPr>
            <a:r>
              <a:t/>
            </a:r>
            <a:endParaRPr sz="3547">
              <a:solidFill>
                <a:srgbClr val="4E3B3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35"/>
          <p:cNvPicPr preferRelativeResize="0"/>
          <p:nvPr/>
        </p:nvPicPr>
        <p:blipFill>
          <a:blip r:embed="rId3">
            <a:alphaModFix/>
          </a:blip>
          <a:stretch>
            <a:fillRect/>
          </a:stretch>
        </p:blipFill>
        <p:spPr>
          <a:xfrm>
            <a:off x="508000" y="1439325"/>
            <a:ext cx="6603999" cy="5079974"/>
          </a:xfrm>
          <a:prstGeom prst="rect">
            <a:avLst/>
          </a:prstGeom>
          <a:noFill/>
          <a:ln>
            <a:noFill/>
          </a:ln>
        </p:spPr>
      </p:pic>
      <p:pic>
        <p:nvPicPr>
          <p:cNvPr id="303" name="Google Shape;303;p35"/>
          <p:cNvPicPr preferRelativeResize="0"/>
          <p:nvPr/>
        </p:nvPicPr>
        <p:blipFill>
          <a:blip r:embed="rId4">
            <a:alphaModFix/>
          </a:blip>
          <a:stretch>
            <a:fillRect/>
          </a:stretch>
        </p:blipFill>
        <p:spPr>
          <a:xfrm>
            <a:off x="5503325" y="1936725"/>
            <a:ext cx="4074575" cy="2127225"/>
          </a:xfrm>
          <a:prstGeom prst="rect">
            <a:avLst/>
          </a:prstGeom>
          <a:noFill/>
          <a:ln>
            <a:noFill/>
          </a:ln>
        </p:spPr>
      </p:pic>
      <p:sp>
        <p:nvSpPr>
          <p:cNvPr id="304" name="Google Shape;304;p35"/>
          <p:cNvSpPr txBox="1"/>
          <p:nvPr/>
        </p:nvSpPr>
        <p:spPr>
          <a:xfrm>
            <a:off x="7364225" y="2003775"/>
            <a:ext cx="2171700" cy="1838400"/>
          </a:xfrm>
          <a:prstGeom prst="rect">
            <a:avLst/>
          </a:prstGeom>
          <a:noFill/>
          <a:ln>
            <a:noFill/>
          </a:ln>
        </p:spPr>
        <p:txBody>
          <a:bodyPr anchorCtr="0" anchor="t" bIns="38100" lIns="38100" spcFirstLastPara="1" rIns="38100" wrap="square" tIns="38100">
            <a:noAutofit/>
          </a:bodyPr>
          <a:lstStyle/>
          <a:p>
            <a:pPr indent="0" lvl="0" marL="0" marR="0" rtl="0" algn="l">
              <a:lnSpc>
                <a:spcPct val="119642"/>
              </a:lnSpc>
              <a:spcBef>
                <a:spcPts val="0"/>
              </a:spcBef>
              <a:spcAft>
                <a:spcPts val="0"/>
              </a:spcAft>
              <a:buNone/>
            </a:pPr>
            <a:r>
              <a:rPr lang="en-US" sz="1556">
                <a:solidFill>
                  <a:srgbClr val="000000"/>
                </a:solidFill>
                <a:latin typeface="Arial"/>
                <a:ea typeface="Arial"/>
                <a:cs typeface="Arial"/>
                <a:sym typeface="Arial"/>
              </a:rPr>
              <a:t>Users can create polygons around areas they are interested in and Researchers can do the same and enter data/published info about their work in the area.</a:t>
            </a:r>
            <a:endParaRPr sz="1556">
              <a:solidFill>
                <a:srgbClr val="000000"/>
              </a:solidFill>
              <a:latin typeface="Arial"/>
              <a:ea typeface="Arial"/>
              <a:cs typeface="Arial"/>
              <a:sym typeface="Arial"/>
            </a:endParaRPr>
          </a:p>
        </p:txBody>
      </p:sp>
      <p:pic>
        <p:nvPicPr>
          <p:cNvPr id="305" name="Google Shape;305;p35"/>
          <p:cNvPicPr preferRelativeResize="0"/>
          <p:nvPr/>
        </p:nvPicPr>
        <p:blipFill>
          <a:blip r:embed="rId5">
            <a:alphaModFix/>
          </a:blip>
          <a:stretch>
            <a:fillRect/>
          </a:stretch>
        </p:blipFill>
        <p:spPr>
          <a:xfrm>
            <a:off x="2878650" y="3979325"/>
            <a:ext cx="6783900" cy="2381250"/>
          </a:xfrm>
          <a:prstGeom prst="rect">
            <a:avLst/>
          </a:prstGeom>
          <a:noFill/>
          <a:ln>
            <a:noFill/>
          </a:ln>
        </p:spPr>
      </p:pic>
      <p:sp>
        <p:nvSpPr>
          <p:cNvPr id="306" name="Google Shape;306;p35"/>
          <p:cNvSpPr txBox="1"/>
          <p:nvPr/>
        </p:nvSpPr>
        <p:spPr>
          <a:xfrm>
            <a:off x="7350125" y="5669125"/>
            <a:ext cx="2270400" cy="700500"/>
          </a:xfrm>
          <a:prstGeom prst="rect">
            <a:avLst/>
          </a:prstGeom>
          <a:noFill/>
          <a:ln>
            <a:noFill/>
          </a:ln>
        </p:spPr>
        <p:txBody>
          <a:bodyPr anchorCtr="0" anchor="t" bIns="38100" lIns="38100" spcFirstLastPara="1" rIns="38100" wrap="square" tIns="38100">
            <a:noAutofit/>
          </a:bodyPr>
          <a:lstStyle/>
          <a:p>
            <a:pPr indent="0" lvl="0" marL="0" marR="0" rtl="0" algn="l">
              <a:lnSpc>
                <a:spcPct val="119642"/>
              </a:lnSpc>
              <a:spcBef>
                <a:spcPts val="0"/>
              </a:spcBef>
              <a:spcAft>
                <a:spcPts val="0"/>
              </a:spcAft>
              <a:buNone/>
            </a:pPr>
            <a:r>
              <a:rPr lang="en-US" sz="1556">
                <a:solidFill>
                  <a:srgbClr val="000000"/>
                </a:solidFill>
                <a:latin typeface="Arial"/>
                <a:ea typeface="Arial"/>
                <a:cs typeface="Arial"/>
                <a:sym typeface="Arial"/>
              </a:rPr>
              <a:t>Polls can be conducted on </a:t>
            </a:r>
            <a:r>
              <a:rPr lang="en-US" sz="1778">
                <a:solidFill>
                  <a:srgbClr val="000000"/>
                </a:solidFill>
                <a:latin typeface="Arial"/>
                <a:ea typeface="Arial"/>
                <a:cs typeface="Arial"/>
                <a:sym typeface="Arial"/>
              </a:rPr>
              <a:t>important</a:t>
            </a:r>
            <a:r>
              <a:rPr lang="en-US" sz="1556">
                <a:solidFill>
                  <a:srgbClr val="000000"/>
                </a:solidFill>
                <a:latin typeface="Arial"/>
                <a:ea typeface="Arial"/>
                <a:cs typeface="Arial"/>
                <a:sym typeface="Arial"/>
              </a:rPr>
              <a:t> current issues</a:t>
            </a:r>
            <a:endParaRPr sz="1556">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6"/>
          <p:cNvSpPr txBox="1"/>
          <p:nvPr/>
        </p:nvSpPr>
        <p:spPr>
          <a:xfrm>
            <a:off x="440950" y="1405800"/>
            <a:ext cx="9523500" cy="5002800"/>
          </a:xfrm>
          <a:prstGeom prst="rect">
            <a:avLst/>
          </a:prstGeom>
          <a:noFill/>
          <a:ln>
            <a:noFill/>
          </a:ln>
        </p:spPr>
        <p:txBody>
          <a:bodyPr anchorCtr="0" anchor="t" bIns="38100" lIns="38100" spcFirstLastPara="1" rIns="38100" wrap="square" tIns="38100">
            <a:noAutofit/>
          </a:bodyPr>
          <a:lstStyle/>
          <a:p>
            <a:pPr indent="-276578" lvl="0" marL="381000" marR="0" rtl="0" algn="l">
              <a:lnSpc>
                <a:spcPct val="119921"/>
              </a:lnSpc>
              <a:spcBef>
                <a:spcPts val="0"/>
              </a:spcBef>
              <a:spcAft>
                <a:spcPts val="0"/>
              </a:spcAft>
              <a:buClr>
                <a:srgbClr val="4E3B30"/>
              </a:buClr>
              <a:buSzPts val="3556"/>
              <a:buChar char="●"/>
            </a:pPr>
            <a:r>
              <a:rPr lang="en-US" sz="3556">
                <a:solidFill>
                  <a:srgbClr val="4E3B30"/>
                </a:solidFill>
                <a:latin typeface="Arial"/>
                <a:ea typeface="Arial"/>
                <a:cs typeface="Arial"/>
                <a:sym typeface="Arial"/>
              </a:rPr>
              <a:t>Also…..</a:t>
            </a:r>
            <a:endParaRPr sz="3556">
              <a:solidFill>
                <a:srgbClr val="4E3B30"/>
              </a:solidFill>
              <a:latin typeface="Arial"/>
              <a:ea typeface="Arial"/>
              <a:cs typeface="Arial"/>
              <a:sym typeface="Arial"/>
            </a:endParaRPr>
          </a:p>
          <a:p>
            <a:pPr indent="0" lvl="0" marL="0" marR="0" rtl="0" algn="l">
              <a:lnSpc>
                <a:spcPct val="119921"/>
              </a:lnSpc>
              <a:spcBef>
                <a:spcPts val="635"/>
              </a:spcBef>
              <a:spcAft>
                <a:spcPts val="0"/>
              </a:spcAft>
              <a:buNone/>
            </a:pPr>
            <a:r>
              <a:t/>
            </a:r>
            <a:endParaRPr sz="3556">
              <a:solidFill>
                <a:srgbClr val="4E3B30"/>
              </a:solidFill>
              <a:latin typeface="Arial"/>
              <a:ea typeface="Arial"/>
              <a:cs typeface="Arial"/>
              <a:sym typeface="Arial"/>
            </a:endParaRPr>
          </a:p>
          <a:p>
            <a:pPr indent="0" lvl="0" marL="0" marR="0" rtl="0" algn="l">
              <a:lnSpc>
                <a:spcPct val="120089"/>
              </a:lnSpc>
              <a:spcBef>
                <a:spcPts val="563"/>
              </a:spcBef>
              <a:spcAft>
                <a:spcPts val="0"/>
              </a:spcAft>
              <a:buNone/>
            </a:pPr>
            <a:r>
              <a:rPr b="1" lang="en-US" sz="3111">
                <a:solidFill>
                  <a:srgbClr val="4E3B30"/>
                </a:solidFill>
                <a:latin typeface="Arial"/>
                <a:ea typeface="Arial"/>
                <a:cs typeface="Arial"/>
                <a:sym typeface="Arial"/>
              </a:rPr>
              <a:t>When someone searches for people working on electric fencing </a:t>
            </a:r>
            <a:endParaRPr b="1" sz="3111">
              <a:solidFill>
                <a:srgbClr val="4E3B30"/>
              </a:solidFill>
              <a:latin typeface="Arial"/>
              <a:ea typeface="Arial"/>
              <a:cs typeface="Arial"/>
              <a:sym typeface="Arial"/>
            </a:endParaRPr>
          </a:p>
          <a:p>
            <a:pPr indent="0" lvl="0" marL="0" marR="0" rtl="0" algn="l">
              <a:lnSpc>
                <a:spcPct val="120089"/>
              </a:lnSpc>
              <a:spcBef>
                <a:spcPts val="563"/>
              </a:spcBef>
              <a:spcAft>
                <a:spcPts val="0"/>
              </a:spcAft>
              <a:buNone/>
            </a:pPr>
            <a:r>
              <a:t/>
            </a:r>
            <a:endParaRPr b="1" sz="3111">
              <a:solidFill>
                <a:srgbClr val="4E3B30"/>
              </a:solidFill>
              <a:latin typeface="Arial"/>
              <a:ea typeface="Arial"/>
              <a:cs typeface="Arial"/>
              <a:sym typeface="Arial"/>
            </a:endParaRPr>
          </a:p>
          <a:p>
            <a:pPr indent="0" lvl="0" marL="0" marR="0" rtl="0" algn="l">
              <a:lnSpc>
                <a:spcPct val="119921"/>
              </a:lnSpc>
              <a:spcBef>
                <a:spcPts val="635"/>
              </a:spcBef>
              <a:spcAft>
                <a:spcPts val="0"/>
              </a:spcAft>
              <a:buNone/>
            </a:pPr>
            <a:r>
              <a:rPr lang="en-US" sz="2667">
                <a:solidFill>
                  <a:srgbClr val="4E3B30"/>
                </a:solidFill>
                <a:latin typeface="Arial"/>
                <a:ea typeface="Arial"/>
                <a:cs typeface="Arial"/>
                <a:sym typeface="Arial"/>
              </a:rPr>
              <a:t>- The map will come up to show all locations where this work is reported.</a:t>
            </a:r>
            <a:endParaRPr sz="2667">
              <a:solidFill>
                <a:srgbClr val="4E3B30"/>
              </a:solidFill>
              <a:latin typeface="Arial"/>
              <a:ea typeface="Arial"/>
              <a:cs typeface="Arial"/>
              <a:sym typeface="Arial"/>
            </a:endParaRPr>
          </a:p>
          <a:p>
            <a:pPr indent="0" lvl="0" marL="0" marR="0" rtl="0" algn="l">
              <a:lnSpc>
                <a:spcPct val="119791"/>
              </a:lnSpc>
              <a:spcBef>
                <a:spcPts val="479"/>
              </a:spcBef>
              <a:spcAft>
                <a:spcPts val="0"/>
              </a:spcAft>
              <a:buNone/>
            </a:pPr>
            <a:r>
              <a:rPr lang="en-US" sz="2667">
                <a:solidFill>
                  <a:srgbClr val="4E3B30"/>
                </a:solidFill>
                <a:latin typeface="Arial"/>
                <a:ea typeface="Arial"/>
                <a:cs typeface="Arial"/>
                <a:sym typeface="Arial"/>
              </a:rPr>
              <a:t>- People can click through to get details and download project reports etc</a:t>
            </a:r>
            <a:endParaRPr sz="2667">
              <a:solidFill>
                <a:srgbClr val="4E3B3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id="316" name="Google Shape;316;p37"/>
          <p:cNvPicPr preferRelativeResize="0"/>
          <p:nvPr/>
        </p:nvPicPr>
        <p:blipFill>
          <a:blip r:embed="rId3">
            <a:alphaModFix/>
          </a:blip>
          <a:stretch>
            <a:fillRect/>
          </a:stretch>
        </p:blipFill>
        <p:spPr>
          <a:xfrm>
            <a:off x="592650" y="1015975"/>
            <a:ext cx="6667499" cy="5588000"/>
          </a:xfrm>
          <a:prstGeom prst="rect">
            <a:avLst/>
          </a:prstGeom>
          <a:noFill/>
          <a:ln>
            <a:noFill/>
          </a:ln>
        </p:spPr>
      </p:pic>
      <p:pic>
        <p:nvPicPr>
          <p:cNvPr id="317" name="Google Shape;317;p37"/>
          <p:cNvPicPr preferRelativeResize="0"/>
          <p:nvPr/>
        </p:nvPicPr>
        <p:blipFill>
          <a:blip r:embed="rId4">
            <a:alphaModFix/>
          </a:blip>
          <a:stretch>
            <a:fillRect/>
          </a:stretch>
        </p:blipFill>
        <p:spPr>
          <a:xfrm>
            <a:off x="5842000" y="3810000"/>
            <a:ext cx="3566575" cy="2042575"/>
          </a:xfrm>
          <a:prstGeom prst="rect">
            <a:avLst/>
          </a:prstGeom>
          <a:noFill/>
          <a:ln>
            <a:noFill/>
          </a:ln>
        </p:spPr>
      </p:pic>
      <p:sp>
        <p:nvSpPr>
          <p:cNvPr id="318" name="Google Shape;318;p37"/>
          <p:cNvSpPr txBox="1"/>
          <p:nvPr/>
        </p:nvSpPr>
        <p:spPr>
          <a:xfrm>
            <a:off x="6776850" y="4215675"/>
            <a:ext cx="2589600" cy="1646100"/>
          </a:xfrm>
          <a:prstGeom prst="rect">
            <a:avLst/>
          </a:prstGeom>
          <a:noFill/>
          <a:ln>
            <a:noFill/>
          </a:ln>
        </p:spPr>
        <p:txBody>
          <a:bodyPr anchorCtr="0" anchor="t" bIns="38100" lIns="38100" spcFirstLastPara="1" rIns="38100" wrap="square" tIns="38100">
            <a:noAutofit/>
          </a:bodyPr>
          <a:lstStyle/>
          <a:p>
            <a:pPr indent="0" lvl="0" marL="0" marR="0" rtl="0" algn="l">
              <a:lnSpc>
                <a:spcPct val="119642"/>
              </a:lnSpc>
              <a:spcBef>
                <a:spcPts val="0"/>
              </a:spcBef>
              <a:spcAft>
                <a:spcPts val="0"/>
              </a:spcAft>
              <a:buNone/>
            </a:pPr>
            <a:r>
              <a:rPr lang="en-US" sz="1556">
                <a:solidFill>
                  <a:srgbClr val="000000"/>
                </a:solidFill>
                <a:latin typeface="Arial"/>
                <a:ea typeface="Arial"/>
                <a:cs typeface="Arial"/>
                <a:sym typeface="Arial"/>
              </a:rPr>
              <a:t>A search then indentifies the locations and existing data sources for the area of interest along with contact info and researchers can edit their own information.</a:t>
            </a:r>
            <a:endParaRPr sz="1556">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id="323" name="Google Shape;323;p38"/>
          <p:cNvPicPr preferRelativeResize="0"/>
          <p:nvPr/>
        </p:nvPicPr>
        <p:blipFill>
          <a:blip r:embed="rId3">
            <a:alphaModFix/>
          </a:blip>
          <a:stretch>
            <a:fillRect/>
          </a:stretch>
        </p:blipFill>
        <p:spPr>
          <a:xfrm>
            <a:off x="836075" y="1185325"/>
            <a:ext cx="7217826" cy="5079974"/>
          </a:xfrm>
          <a:prstGeom prst="rect">
            <a:avLst/>
          </a:prstGeom>
          <a:noFill/>
          <a:ln>
            <a:noFill/>
          </a:ln>
        </p:spPr>
      </p:pic>
      <p:pic>
        <p:nvPicPr>
          <p:cNvPr id="324" name="Google Shape;324;p38"/>
          <p:cNvPicPr preferRelativeResize="0"/>
          <p:nvPr/>
        </p:nvPicPr>
        <p:blipFill>
          <a:blip r:embed="rId4">
            <a:alphaModFix/>
          </a:blip>
          <a:stretch>
            <a:fillRect/>
          </a:stretch>
        </p:blipFill>
        <p:spPr>
          <a:xfrm>
            <a:off x="3979325" y="3873475"/>
            <a:ext cx="5090575" cy="1471075"/>
          </a:xfrm>
          <a:prstGeom prst="rect">
            <a:avLst/>
          </a:prstGeom>
          <a:noFill/>
          <a:ln>
            <a:noFill/>
          </a:ln>
        </p:spPr>
      </p:pic>
      <p:sp>
        <p:nvSpPr>
          <p:cNvPr id="325" name="Google Shape;325;p38"/>
          <p:cNvSpPr txBox="1"/>
          <p:nvPr/>
        </p:nvSpPr>
        <p:spPr>
          <a:xfrm>
            <a:off x="5886075" y="4224500"/>
            <a:ext cx="3141900" cy="1129200"/>
          </a:xfrm>
          <a:prstGeom prst="rect">
            <a:avLst/>
          </a:prstGeom>
          <a:noFill/>
          <a:ln>
            <a:noFill/>
          </a:ln>
        </p:spPr>
        <p:txBody>
          <a:bodyPr anchorCtr="0" anchor="t" bIns="38100" lIns="38100" spcFirstLastPara="1" rIns="38100" wrap="square" tIns="38100">
            <a:noAutofit/>
          </a:bodyPr>
          <a:lstStyle/>
          <a:p>
            <a:pPr indent="0" lvl="0" marL="0" marR="0" rtl="0" algn="l">
              <a:lnSpc>
                <a:spcPct val="119642"/>
              </a:lnSpc>
              <a:spcBef>
                <a:spcPts val="0"/>
              </a:spcBef>
              <a:spcAft>
                <a:spcPts val="0"/>
              </a:spcAft>
              <a:buNone/>
            </a:pPr>
            <a:r>
              <a:rPr lang="en-US" sz="1556">
                <a:solidFill>
                  <a:srgbClr val="000000"/>
                </a:solidFill>
                <a:latin typeface="Arial"/>
                <a:ea typeface="Arial"/>
                <a:cs typeface="Arial"/>
                <a:sym typeface="Arial"/>
              </a:rPr>
              <a:t>Clients/Users can post and discuss anything about Asian Elephants and get answers by Experts volunteering with AsianElephant.info</a:t>
            </a:r>
            <a:endParaRPr sz="1556">
              <a:solidFill>
                <a:srgbClr val="000000"/>
              </a:solidFill>
              <a:latin typeface="Arial"/>
              <a:ea typeface="Arial"/>
              <a:cs typeface="Arial"/>
              <a:sym typeface="Arial"/>
            </a:endParaRPr>
          </a:p>
        </p:txBody>
      </p:sp>
      <p:pic>
        <p:nvPicPr>
          <p:cNvPr id="326" name="Google Shape;326;p38"/>
          <p:cNvPicPr preferRelativeResize="0"/>
          <p:nvPr/>
        </p:nvPicPr>
        <p:blipFill>
          <a:blip r:embed="rId5">
            <a:alphaModFix/>
          </a:blip>
          <a:stretch>
            <a:fillRect/>
          </a:stretch>
        </p:blipFill>
        <p:spPr>
          <a:xfrm>
            <a:off x="3725325" y="4910650"/>
            <a:ext cx="3587750" cy="1703900"/>
          </a:xfrm>
          <a:prstGeom prst="rect">
            <a:avLst/>
          </a:prstGeom>
          <a:noFill/>
          <a:ln>
            <a:noFill/>
          </a:ln>
        </p:spPr>
      </p:pic>
      <p:sp>
        <p:nvSpPr>
          <p:cNvPr id="327" name="Google Shape;327;p38"/>
          <p:cNvSpPr txBox="1"/>
          <p:nvPr/>
        </p:nvSpPr>
        <p:spPr>
          <a:xfrm>
            <a:off x="5108200" y="5676175"/>
            <a:ext cx="2166300" cy="949200"/>
          </a:xfrm>
          <a:prstGeom prst="rect">
            <a:avLst/>
          </a:prstGeom>
          <a:noFill/>
          <a:ln>
            <a:noFill/>
          </a:ln>
        </p:spPr>
        <p:txBody>
          <a:bodyPr anchorCtr="0" anchor="t" bIns="38100" lIns="38100" spcFirstLastPara="1" rIns="38100" wrap="square" tIns="38100">
            <a:noAutofit/>
          </a:bodyPr>
          <a:lstStyle/>
          <a:p>
            <a:pPr indent="0" lvl="0" marL="0" marR="0" rtl="0" algn="l">
              <a:lnSpc>
                <a:spcPct val="119642"/>
              </a:lnSpc>
              <a:spcBef>
                <a:spcPts val="0"/>
              </a:spcBef>
              <a:spcAft>
                <a:spcPts val="0"/>
              </a:spcAft>
              <a:buNone/>
            </a:pPr>
            <a:r>
              <a:rPr lang="en-US" sz="1556">
                <a:solidFill>
                  <a:srgbClr val="000000"/>
                </a:solidFill>
                <a:latin typeface="Arial"/>
                <a:ea typeface="Arial"/>
                <a:cs typeface="Arial"/>
                <a:sym typeface="Arial"/>
              </a:rPr>
              <a:t>Clients/Users can subscribe to a newsletter</a:t>
            </a:r>
            <a:endParaRPr sz="1556">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9"/>
          <p:cNvSpPr txBox="1"/>
          <p:nvPr/>
        </p:nvSpPr>
        <p:spPr>
          <a:xfrm>
            <a:off x="440950" y="1236475"/>
            <a:ext cx="9523500" cy="4376700"/>
          </a:xfrm>
          <a:prstGeom prst="rect">
            <a:avLst/>
          </a:prstGeom>
          <a:noFill/>
          <a:ln>
            <a:noFill/>
          </a:ln>
        </p:spPr>
        <p:txBody>
          <a:bodyPr anchorCtr="0" anchor="t" bIns="38100" lIns="38100" spcFirstLastPara="1" rIns="38100" wrap="square" tIns="38100">
            <a:noAutofit/>
          </a:bodyPr>
          <a:lstStyle/>
          <a:p>
            <a:pPr indent="-276578" lvl="0" marL="381000" marR="0" rtl="0" algn="l">
              <a:lnSpc>
                <a:spcPct val="119921"/>
              </a:lnSpc>
              <a:spcBef>
                <a:spcPts val="0"/>
              </a:spcBef>
              <a:spcAft>
                <a:spcPts val="0"/>
              </a:spcAft>
              <a:buClr>
                <a:srgbClr val="4E3B30"/>
              </a:buClr>
              <a:buSzPts val="3556"/>
              <a:buChar char="●"/>
            </a:pPr>
            <a:r>
              <a:rPr lang="en-US" sz="3556">
                <a:solidFill>
                  <a:srgbClr val="4E3B30"/>
                </a:solidFill>
                <a:latin typeface="Arial"/>
                <a:ea typeface="Arial"/>
                <a:cs typeface="Arial"/>
                <a:sym typeface="Arial"/>
              </a:rPr>
              <a:t>Elephant identification software will also be interfaced with Google Earth through the Geo portal.</a:t>
            </a:r>
            <a:endParaRPr sz="3556">
              <a:solidFill>
                <a:srgbClr val="4E3B30"/>
              </a:solidFill>
              <a:latin typeface="Arial"/>
              <a:ea typeface="Arial"/>
              <a:cs typeface="Arial"/>
              <a:sym typeface="Arial"/>
            </a:endParaRPr>
          </a:p>
          <a:p>
            <a:pPr indent="0" lvl="0" marL="0" marR="0" rtl="0" algn="l">
              <a:lnSpc>
                <a:spcPct val="119921"/>
              </a:lnSpc>
              <a:spcBef>
                <a:spcPts val="635"/>
              </a:spcBef>
              <a:spcAft>
                <a:spcPts val="0"/>
              </a:spcAft>
              <a:buNone/>
            </a:pPr>
            <a:r>
              <a:t/>
            </a:r>
            <a:endParaRPr sz="3556">
              <a:solidFill>
                <a:srgbClr val="4E3B30"/>
              </a:solidFill>
              <a:latin typeface="Arial"/>
              <a:ea typeface="Arial"/>
              <a:cs typeface="Arial"/>
              <a:sym typeface="Arial"/>
            </a:endParaRPr>
          </a:p>
          <a:p>
            <a:pPr indent="-276578" lvl="0" marL="381000" marR="0" rtl="0" algn="l">
              <a:lnSpc>
                <a:spcPct val="119921"/>
              </a:lnSpc>
              <a:spcBef>
                <a:spcPts val="635"/>
              </a:spcBef>
              <a:spcAft>
                <a:spcPts val="0"/>
              </a:spcAft>
              <a:buClr>
                <a:srgbClr val="4E3B30"/>
              </a:buClr>
              <a:buSzPts val="3556"/>
              <a:buChar char="●"/>
            </a:pPr>
            <a:r>
              <a:rPr lang="en-US" sz="3556">
                <a:solidFill>
                  <a:srgbClr val="4E3B30"/>
                </a:solidFill>
                <a:latin typeface="Arial"/>
                <a:ea typeface="Arial"/>
                <a:cs typeface="Arial"/>
                <a:sym typeface="Arial"/>
              </a:rPr>
              <a:t>This will be a “one stop shop” dynamic Geo Portal for all information pertaining to Asian elephant conservation and research.</a:t>
            </a:r>
            <a:endParaRPr sz="3556">
              <a:solidFill>
                <a:srgbClr val="4E3B30"/>
              </a:solidFill>
              <a:latin typeface="Arial"/>
              <a:ea typeface="Arial"/>
              <a:cs typeface="Arial"/>
              <a:sym typeface="Arial"/>
            </a:endParaRPr>
          </a:p>
        </p:txBody>
      </p:sp>
      <p:pic>
        <p:nvPicPr>
          <p:cNvPr id="333" name="Google Shape;333;p39"/>
          <p:cNvPicPr preferRelativeResize="0"/>
          <p:nvPr/>
        </p:nvPicPr>
        <p:blipFill>
          <a:blip r:embed="rId3">
            <a:alphaModFix/>
          </a:blip>
          <a:stretch>
            <a:fillRect/>
          </a:stretch>
        </p:blipFill>
        <p:spPr>
          <a:xfrm>
            <a:off x="7154325" y="5376325"/>
            <a:ext cx="2571750" cy="18838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0"/>
          <p:cNvSpPr txBox="1"/>
          <p:nvPr>
            <p:ph type="title"/>
          </p:nvPr>
        </p:nvSpPr>
        <p:spPr>
          <a:xfrm>
            <a:off x="610300" y="356300"/>
            <a:ext cx="9015575" cy="1243875"/>
          </a:xfrm>
          <a:prstGeom prst="rect">
            <a:avLst/>
          </a:prstGeom>
          <a:noFill/>
          <a:ln>
            <a:noFill/>
          </a:ln>
        </p:spPr>
        <p:txBody>
          <a:bodyPr anchorCtr="0" anchor="ctr" bIns="38100" lIns="38100" spcFirstLastPara="1" rIns="38100" wrap="square" tIns="38100">
            <a:noAutofit/>
          </a:bodyPr>
          <a:lstStyle/>
          <a:p>
            <a:pPr indent="0" lvl="0" marL="0" marR="0" rtl="0" algn="ctr">
              <a:lnSpc>
                <a:spcPct val="119886"/>
              </a:lnSpc>
              <a:spcBef>
                <a:spcPts val="0"/>
              </a:spcBef>
              <a:spcAft>
                <a:spcPts val="0"/>
              </a:spcAft>
              <a:buNone/>
            </a:pPr>
            <a:r>
              <a:rPr lang="en-US" sz="4889">
                <a:solidFill>
                  <a:srgbClr val="000000"/>
                </a:solidFill>
                <a:latin typeface="Arial"/>
                <a:ea typeface="Arial"/>
                <a:cs typeface="Arial"/>
                <a:sym typeface="Arial"/>
              </a:rPr>
              <a:t>Back Up</a:t>
            </a:r>
            <a:endParaRPr sz="4889">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1"/>
          <p:cNvSpPr txBox="1"/>
          <p:nvPr>
            <p:ph type="title"/>
          </p:nvPr>
        </p:nvSpPr>
        <p:spPr>
          <a:xfrm>
            <a:off x="610300" y="356300"/>
            <a:ext cx="9015575" cy="1243875"/>
          </a:xfrm>
          <a:prstGeom prst="rect">
            <a:avLst/>
          </a:prstGeom>
          <a:noFill/>
          <a:ln>
            <a:noFill/>
          </a:ln>
        </p:spPr>
        <p:txBody>
          <a:bodyPr anchorCtr="0" anchor="ctr" bIns="38100" lIns="38100" spcFirstLastPara="1" rIns="38100" wrap="square" tIns="38100">
            <a:noAutofit/>
          </a:bodyPr>
          <a:lstStyle/>
          <a:p>
            <a:pPr indent="0" lvl="0" marL="0" marR="0" rtl="0" algn="ctr">
              <a:lnSpc>
                <a:spcPct val="119886"/>
              </a:lnSpc>
              <a:spcBef>
                <a:spcPts val="0"/>
              </a:spcBef>
              <a:spcAft>
                <a:spcPts val="0"/>
              </a:spcAft>
              <a:buNone/>
            </a:pPr>
            <a:r>
              <a:rPr lang="en-US" sz="4889">
                <a:solidFill>
                  <a:srgbClr val="72BFC5"/>
                </a:solidFill>
                <a:latin typeface="Arial"/>
                <a:ea typeface="Arial"/>
                <a:cs typeface="Arial"/>
                <a:sym typeface="Arial"/>
              </a:rPr>
              <a:t>Unique Features</a:t>
            </a:r>
            <a:endParaRPr sz="4889">
              <a:solidFill>
                <a:srgbClr val="72BFC5"/>
              </a:solidFill>
              <a:latin typeface="Arial"/>
              <a:ea typeface="Arial"/>
              <a:cs typeface="Arial"/>
              <a:sym typeface="Arial"/>
            </a:endParaRPr>
          </a:p>
        </p:txBody>
      </p:sp>
      <p:sp>
        <p:nvSpPr>
          <p:cNvPr id="344" name="Google Shape;344;p41"/>
          <p:cNvSpPr txBox="1"/>
          <p:nvPr>
            <p:ph idx="1" type="body"/>
          </p:nvPr>
        </p:nvSpPr>
        <p:spPr>
          <a:xfrm>
            <a:off x="610300" y="1829150"/>
            <a:ext cx="9015575" cy="5002725"/>
          </a:xfrm>
          <a:prstGeom prst="rect">
            <a:avLst/>
          </a:prstGeom>
          <a:noFill/>
          <a:ln>
            <a:noFill/>
          </a:ln>
        </p:spPr>
        <p:txBody>
          <a:bodyPr anchorCtr="0" anchor="t" bIns="38100" lIns="38100" spcFirstLastPara="1" rIns="38100" wrap="square" tIns="38100">
            <a:noAutofit/>
          </a:bodyPr>
          <a:lstStyle/>
          <a:p>
            <a:pPr indent="-276578" lvl="0" marL="381000" marR="0" rtl="0" algn="l">
              <a:lnSpc>
                <a:spcPct val="107812"/>
              </a:lnSpc>
              <a:spcBef>
                <a:spcPts val="0"/>
              </a:spcBef>
              <a:spcAft>
                <a:spcPts val="0"/>
              </a:spcAft>
              <a:buClr>
                <a:srgbClr val="3C8C93"/>
              </a:buClr>
              <a:buSzPts val="3556"/>
              <a:buChar char="●"/>
            </a:pPr>
            <a:r>
              <a:rPr lang="en-US" sz="3556">
                <a:solidFill>
                  <a:srgbClr val="3C8C93"/>
                </a:solidFill>
                <a:latin typeface="Arial"/>
                <a:ea typeface="Arial"/>
                <a:cs typeface="Arial"/>
                <a:sym typeface="Arial"/>
              </a:rPr>
              <a:t>Tail features.</a:t>
            </a:r>
            <a:endParaRPr sz="3556">
              <a:solidFill>
                <a:srgbClr val="3C8C93"/>
              </a:solidFill>
              <a:latin typeface="Arial"/>
              <a:ea typeface="Arial"/>
              <a:cs typeface="Arial"/>
              <a:sym typeface="Arial"/>
            </a:endParaRPr>
          </a:p>
          <a:p>
            <a:pPr indent="-248356" lvl="1" marL="762000" marR="0" rtl="0" algn="l">
              <a:lnSpc>
                <a:spcPct val="108035"/>
              </a:lnSpc>
              <a:spcBef>
                <a:spcPts val="0"/>
              </a:spcBef>
              <a:spcAft>
                <a:spcPts val="0"/>
              </a:spcAft>
              <a:buClr>
                <a:srgbClr val="72BFC5"/>
              </a:buClr>
              <a:buSzPts val="3111"/>
              <a:buChar char="○"/>
            </a:pPr>
            <a:r>
              <a:rPr lang="en-US" sz="3111">
                <a:solidFill>
                  <a:srgbClr val="72BFC5"/>
                </a:solidFill>
                <a:latin typeface="Arial"/>
                <a:ea typeface="Arial"/>
                <a:cs typeface="Arial"/>
                <a:sym typeface="Arial"/>
              </a:rPr>
              <a:t>Length of the tail </a:t>
            </a:r>
            <a:endParaRPr sz="3111">
              <a:solidFill>
                <a:srgbClr val="72BFC5"/>
              </a:solidFill>
              <a:latin typeface="Arial"/>
              <a:ea typeface="Arial"/>
              <a:cs typeface="Arial"/>
              <a:sym typeface="Arial"/>
            </a:endParaRPr>
          </a:p>
          <a:p>
            <a:pPr indent="-248356" lvl="1" marL="762000" marR="0" rtl="0" algn="l">
              <a:lnSpc>
                <a:spcPct val="108035"/>
              </a:lnSpc>
              <a:spcBef>
                <a:spcPts val="0"/>
              </a:spcBef>
              <a:spcAft>
                <a:spcPts val="0"/>
              </a:spcAft>
              <a:buClr>
                <a:srgbClr val="72BFC5"/>
              </a:buClr>
              <a:buSzPts val="3111"/>
              <a:buChar char="○"/>
            </a:pPr>
            <a:r>
              <a:rPr lang="en-US" sz="3111">
                <a:solidFill>
                  <a:srgbClr val="72BFC5"/>
                </a:solidFill>
                <a:latin typeface="Arial"/>
                <a:ea typeface="Arial"/>
                <a:cs typeface="Arial"/>
                <a:sym typeface="Arial"/>
              </a:rPr>
              <a:t>Nature of the tail tuft</a:t>
            </a:r>
            <a:endParaRPr sz="3111">
              <a:solidFill>
                <a:srgbClr val="72BFC5"/>
              </a:solidFill>
              <a:latin typeface="Arial"/>
              <a:ea typeface="Arial"/>
              <a:cs typeface="Arial"/>
              <a:sym typeface="Arial"/>
            </a:endParaRPr>
          </a:p>
          <a:p>
            <a:pPr indent="-276578" lvl="0" marL="381000" marR="0" rtl="0" algn="l">
              <a:lnSpc>
                <a:spcPct val="107812"/>
              </a:lnSpc>
              <a:spcBef>
                <a:spcPts val="0"/>
              </a:spcBef>
              <a:spcAft>
                <a:spcPts val="0"/>
              </a:spcAft>
              <a:buClr>
                <a:srgbClr val="3C8C93"/>
              </a:buClr>
              <a:buSzPts val="3556"/>
              <a:buChar char="●"/>
            </a:pPr>
            <a:r>
              <a:rPr lang="en-US" sz="3556">
                <a:solidFill>
                  <a:srgbClr val="3C8C93"/>
                </a:solidFill>
                <a:latin typeface="Arial"/>
                <a:ea typeface="Arial"/>
                <a:cs typeface="Arial"/>
                <a:sym typeface="Arial"/>
              </a:rPr>
              <a:t>Ears.</a:t>
            </a:r>
            <a:endParaRPr sz="3556">
              <a:solidFill>
                <a:srgbClr val="3C8C93"/>
              </a:solidFill>
              <a:latin typeface="Arial"/>
              <a:ea typeface="Arial"/>
              <a:cs typeface="Arial"/>
              <a:sym typeface="Arial"/>
            </a:endParaRPr>
          </a:p>
          <a:p>
            <a:pPr indent="-248356" lvl="1" marL="762000" marR="0" rtl="0" algn="l">
              <a:lnSpc>
                <a:spcPct val="108035"/>
              </a:lnSpc>
              <a:spcBef>
                <a:spcPts val="0"/>
              </a:spcBef>
              <a:spcAft>
                <a:spcPts val="0"/>
              </a:spcAft>
              <a:buClr>
                <a:srgbClr val="72BFC5"/>
              </a:buClr>
              <a:buSzPts val="3111"/>
              <a:buChar char="○"/>
            </a:pPr>
            <a:r>
              <a:rPr lang="en-US" sz="3111">
                <a:solidFill>
                  <a:srgbClr val="72BFC5"/>
                </a:solidFill>
                <a:latin typeface="Arial"/>
                <a:ea typeface="Arial"/>
                <a:cs typeface="Arial"/>
                <a:sym typeface="Arial"/>
              </a:rPr>
              <a:t>Primary and secondary folds.</a:t>
            </a:r>
            <a:endParaRPr sz="3111">
              <a:solidFill>
                <a:srgbClr val="72BFC5"/>
              </a:solidFill>
              <a:latin typeface="Arial"/>
              <a:ea typeface="Arial"/>
              <a:cs typeface="Arial"/>
              <a:sym typeface="Arial"/>
            </a:endParaRPr>
          </a:p>
          <a:p>
            <a:pPr indent="-248356" lvl="1" marL="762000" marR="0" rtl="0" algn="l">
              <a:lnSpc>
                <a:spcPct val="108035"/>
              </a:lnSpc>
              <a:spcBef>
                <a:spcPts val="0"/>
              </a:spcBef>
              <a:spcAft>
                <a:spcPts val="0"/>
              </a:spcAft>
              <a:buClr>
                <a:srgbClr val="72BFC5"/>
              </a:buClr>
              <a:buSzPts val="3111"/>
              <a:buChar char="○"/>
            </a:pPr>
            <a:r>
              <a:rPr lang="en-US" sz="3111">
                <a:solidFill>
                  <a:srgbClr val="72BFC5"/>
                </a:solidFill>
                <a:latin typeface="Arial"/>
                <a:ea typeface="Arial"/>
                <a:cs typeface="Arial"/>
                <a:sym typeface="Arial"/>
              </a:rPr>
              <a:t>Ear bottom appearance using contour of an elephant ear. </a:t>
            </a:r>
            <a:endParaRPr sz="3111">
              <a:solidFill>
                <a:srgbClr val="72BFC5"/>
              </a:solidFill>
              <a:latin typeface="Arial"/>
              <a:ea typeface="Arial"/>
              <a:cs typeface="Arial"/>
              <a:sym typeface="Arial"/>
            </a:endParaRPr>
          </a:p>
          <a:p>
            <a:pPr indent="-248356" lvl="1" marL="762000" marR="0" rtl="0" algn="l">
              <a:lnSpc>
                <a:spcPct val="108035"/>
              </a:lnSpc>
              <a:spcBef>
                <a:spcPts val="0"/>
              </a:spcBef>
              <a:spcAft>
                <a:spcPts val="0"/>
              </a:spcAft>
              <a:buClr>
                <a:srgbClr val="72BFC5"/>
              </a:buClr>
              <a:buSzPts val="3111"/>
              <a:buChar char="○"/>
            </a:pPr>
            <a:r>
              <a:rPr lang="en-US" sz="3111">
                <a:solidFill>
                  <a:srgbClr val="72BFC5"/>
                </a:solidFill>
                <a:latin typeface="Arial"/>
                <a:ea typeface="Arial"/>
                <a:cs typeface="Arial"/>
                <a:sym typeface="Arial"/>
              </a:rPr>
              <a:t>Rips, holes and notches.</a:t>
            </a:r>
            <a:endParaRPr sz="3111">
              <a:solidFill>
                <a:srgbClr val="72BFC5"/>
              </a:solidFill>
              <a:latin typeface="Arial"/>
              <a:ea typeface="Arial"/>
              <a:cs typeface="Arial"/>
              <a:sym typeface="Arial"/>
            </a:endParaRPr>
          </a:p>
          <a:p>
            <a:pPr indent="-276578" lvl="0" marL="381000" marR="0" rtl="0" algn="l">
              <a:lnSpc>
                <a:spcPct val="107812"/>
              </a:lnSpc>
              <a:spcBef>
                <a:spcPts val="0"/>
              </a:spcBef>
              <a:spcAft>
                <a:spcPts val="0"/>
              </a:spcAft>
              <a:buClr>
                <a:srgbClr val="3C8C93"/>
              </a:buClr>
              <a:buSzPts val="3556"/>
              <a:buChar char="●"/>
            </a:pPr>
            <a:r>
              <a:rPr lang="en-US" sz="3556">
                <a:solidFill>
                  <a:srgbClr val="3C8C93"/>
                </a:solidFill>
                <a:latin typeface="Arial"/>
                <a:ea typeface="Arial"/>
                <a:cs typeface="Arial"/>
                <a:sym typeface="Arial"/>
              </a:rPr>
              <a:t>Facial features. </a:t>
            </a:r>
            <a:endParaRPr sz="3556">
              <a:solidFill>
                <a:srgbClr val="3C8C93"/>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2"/>
          <p:cNvSpPr txBox="1"/>
          <p:nvPr>
            <p:ph type="title"/>
          </p:nvPr>
        </p:nvSpPr>
        <p:spPr>
          <a:xfrm>
            <a:off x="610300" y="356300"/>
            <a:ext cx="9015575" cy="1243875"/>
          </a:xfrm>
          <a:prstGeom prst="rect">
            <a:avLst/>
          </a:prstGeom>
          <a:noFill/>
          <a:ln>
            <a:noFill/>
          </a:ln>
        </p:spPr>
        <p:txBody>
          <a:bodyPr anchorCtr="0" anchor="ctr" bIns="38100" lIns="38100" spcFirstLastPara="1" rIns="38100" wrap="square" tIns="38100">
            <a:noAutofit/>
          </a:bodyPr>
          <a:lstStyle/>
          <a:p>
            <a:pPr indent="0" lvl="0" marL="0" marR="0" rtl="0" algn="ctr">
              <a:lnSpc>
                <a:spcPct val="119886"/>
              </a:lnSpc>
              <a:spcBef>
                <a:spcPts val="0"/>
              </a:spcBef>
              <a:spcAft>
                <a:spcPts val="0"/>
              </a:spcAft>
              <a:buNone/>
            </a:pPr>
            <a:r>
              <a:rPr lang="en-US" sz="4889">
                <a:solidFill>
                  <a:srgbClr val="000000"/>
                </a:solidFill>
                <a:latin typeface="Arial"/>
                <a:ea typeface="Arial"/>
                <a:cs typeface="Arial"/>
                <a:sym typeface="Arial"/>
              </a:rPr>
              <a:t>Mathematics behind Eigenfaces</a:t>
            </a:r>
            <a:endParaRPr sz="4889">
              <a:solidFill>
                <a:srgbClr val="000000"/>
              </a:solidFill>
              <a:latin typeface="Arial"/>
              <a:ea typeface="Arial"/>
              <a:cs typeface="Arial"/>
              <a:sym typeface="Arial"/>
            </a:endParaRPr>
          </a:p>
        </p:txBody>
      </p:sp>
      <p:sp>
        <p:nvSpPr>
          <p:cNvPr id="350" name="Google Shape;350;p42"/>
          <p:cNvSpPr txBox="1"/>
          <p:nvPr/>
        </p:nvSpPr>
        <p:spPr>
          <a:xfrm>
            <a:off x="610300" y="1829150"/>
            <a:ext cx="9015575" cy="5002725"/>
          </a:xfrm>
          <a:prstGeom prst="rect">
            <a:avLst/>
          </a:prstGeom>
          <a:noFill/>
          <a:ln>
            <a:noFill/>
          </a:ln>
        </p:spPr>
        <p:txBody>
          <a:bodyPr anchorCtr="0" anchor="t" bIns="38100" lIns="38100" spcFirstLastPara="1" rIns="38100" wrap="square" tIns="38100">
            <a:noAutofit/>
          </a:bodyPr>
          <a:lstStyle/>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Arbitrary image can be compressed using;</a:t>
            </a:r>
            <a:endParaRPr sz="3556">
              <a:solidFill>
                <a:srgbClr val="000000"/>
              </a:solidFill>
              <a:latin typeface="Arial"/>
              <a:ea typeface="Arial"/>
              <a:cs typeface="Arial"/>
              <a:sym typeface="Arial"/>
            </a:endParaRPr>
          </a:p>
          <a:p>
            <a:pPr indent="0" lvl="0" marL="0" marR="0" rtl="0" algn="l">
              <a:lnSpc>
                <a:spcPct val="119921"/>
              </a:lnSpc>
              <a:spcBef>
                <a:spcPts val="635"/>
              </a:spcBef>
              <a:spcAft>
                <a:spcPts val="0"/>
              </a:spcAft>
              <a:buNone/>
            </a:pPr>
            <a:r>
              <a:t/>
            </a:r>
            <a:endParaRPr sz="3556">
              <a:solidFill>
                <a:srgbClr val="000000"/>
              </a:solidFill>
              <a:latin typeface="Arial"/>
              <a:ea typeface="Arial"/>
              <a:cs typeface="Arial"/>
              <a:sym typeface="Arial"/>
            </a:endParaRPr>
          </a:p>
        </p:txBody>
      </p:sp>
      <p:pic>
        <p:nvPicPr>
          <p:cNvPr id="351" name="Google Shape;351;p42"/>
          <p:cNvPicPr preferRelativeResize="0"/>
          <p:nvPr/>
        </p:nvPicPr>
        <p:blipFill>
          <a:blip r:embed="rId3">
            <a:alphaModFix/>
          </a:blip>
          <a:stretch>
            <a:fillRect/>
          </a:stretch>
        </p:blipFill>
        <p:spPr>
          <a:xfrm>
            <a:off x="3048000" y="3556000"/>
            <a:ext cx="3556000" cy="1672150"/>
          </a:xfrm>
          <a:prstGeom prst="rect">
            <a:avLst/>
          </a:prstGeom>
          <a:noFill/>
          <a:ln>
            <a:noFill/>
          </a:ln>
        </p:spPr>
      </p:pic>
      <p:pic>
        <p:nvPicPr>
          <p:cNvPr id="352" name="Google Shape;352;p42"/>
          <p:cNvPicPr preferRelativeResize="0"/>
          <p:nvPr/>
        </p:nvPicPr>
        <p:blipFill>
          <a:blip r:embed="rId4">
            <a:alphaModFix/>
          </a:blip>
          <a:stretch>
            <a:fillRect/>
          </a:stretch>
        </p:blipFill>
        <p:spPr>
          <a:xfrm>
            <a:off x="1100650" y="3979325"/>
            <a:ext cx="1862650" cy="793750"/>
          </a:xfrm>
          <a:prstGeom prst="rect">
            <a:avLst/>
          </a:prstGeom>
          <a:noFill/>
          <a:ln>
            <a:noFill/>
          </a:ln>
        </p:spPr>
      </p:pic>
      <p:sp>
        <p:nvSpPr>
          <p:cNvPr id="353" name="Google Shape;353;p42"/>
          <p:cNvSpPr txBox="1"/>
          <p:nvPr/>
        </p:nvSpPr>
        <p:spPr>
          <a:xfrm>
            <a:off x="1202950" y="4030475"/>
            <a:ext cx="1734250" cy="777813"/>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224B50"/>
                </a:solidFill>
                <a:latin typeface="Arial"/>
                <a:ea typeface="Arial"/>
                <a:cs typeface="Arial"/>
                <a:sym typeface="Arial"/>
              </a:rPr>
              <a:t>Compressed Image</a:t>
            </a:r>
            <a:endParaRPr sz="2000">
              <a:solidFill>
                <a:srgbClr val="224B50"/>
              </a:solidFill>
              <a:latin typeface="Arial"/>
              <a:ea typeface="Arial"/>
              <a:cs typeface="Arial"/>
              <a:sym typeface="Arial"/>
            </a:endParaRPr>
          </a:p>
        </p:txBody>
      </p:sp>
      <p:pic>
        <p:nvPicPr>
          <p:cNvPr id="354" name="Google Shape;354;p42"/>
          <p:cNvPicPr preferRelativeResize="0"/>
          <p:nvPr/>
        </p:nvPicPr>
        <p:blipFill>
          <a:blip r:embed="rId5">
            <a:alphaModFix/>
          </a:blip>
          <a:stretch>
            <a:fillRect/>
          </a:stretch>
        </p:blipFill>
        <p:spPr>
          <a:xfrm>
            <a:off x="2963325" y="5841975"/>
            <a:ext cx="1862650" cy="455075"/>
          </a:xfrm>
          <a:prstGeom prst="rect">
            <a:avLst/>
          </a:prstGeom>
          <a:noFill/>
          <a:ln>
            <a:noFill/>
          </a:ln>
        </p:spPr>
      </p:pic>
      <p:sp>
        <p:nvSpPr>
          <p:cNvPr id="355" name="Google Shape;355;p42"/>
          <p:cNvSpPr txBox="1"/>
          <p:nvPr/>
        </p:nvSpPr>
        <p:spPr>
          <a:xfrm>
            <a:off x="3065625" y="5893150"/>
            <a:ext cx="1734250" cy="427200"/>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224B50"/>
                </a:solidFill>
                <a:latin typeface="Arial"/>
                <a:ea typeface="Arial"/>
                <a:cs typeface="Arial"/>
                <a:sym typeface="Arial"/>
              </a:rPr>
              <a:t>Mean Image</a:t>
            </a:r>
            <a:endParaRPr sz="2000">
              <a:solidFill>
                <a:srgbClr val="224B50"/>
              </a:solidFill>
              <a:latin typeface="Arial"/>
              <a:ea typeface="Arial"/>
              <a:cs typeface="Arial"/>
              <a:sym typeface="Arial"/>
            </a:endParaRPr>
          </a:p>
        </p:txBody>
      </p:sp>
      <p:pic>
        <p:nvPicPr>
          <p:cNvPr id="356" name="Google Shape;356;p42"/>
          <p:cNvPicPr preferRelativeResize="0"/>
          <p:nvPr/>
        </p:nvPicPr>
        <p:blipFill>
          <a:blip r:embed="rId6">
            <a:alphaModFix/>
          </a:blip>
          <a:stretch>
            <a:fillRect/>
          </a:stretch>
        </p:blipFill>
        <p:spPr>
          <a:xfrm>
            <a:off x="7450650" y="4233325"/>
            <a:ext cx="1862650" cy="455075"/>
          </a:xfrm>
          <a:prstGeom prst="rect">
            <a:avLst/>
          </a:prstGeom>
          <a:noFill/>
          <a:ln>
            <a:noFill/>
          </a:ln>
        </p:spPr>
      </p:pic>
      <p:sp>
        <p:nvSpPr>
          <p:cNvPr id="357" name="Google Shape;357;p42"/>
          <p:cNvSpPr txBox="1"/>
          <p:nvPr/>
        </p:nvSpPr>
        <p:spPr>
          <a:xfrm>
            <a:off x="7552950" y="4284475"/>
            <a:ext cx="1734250" cy="427200"/>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224B50"/>
                </a:solidFill>
                <a:latin typeface="Arial"/>
                <a:ea typeface="Arial"/>
                <a:cs typeface="Arial"/>
                <a:sym typeface="Arial"/>
              </a:rPr>
              <a:t>Eigenfaces</a:t>
            </a:r>
            <a:endParaRPr sz="2000">
              <a:solidFill>
                <a:srgbClr val="224B50"/>
              </a:solidFill>
              <a:latin typeface="Arial"/>
              <a:ea typeface="Arial"/>
              <a:cs typeface="Arial"/>
              <a:sym typeface="Arial"/>
            </a:endParaRPr>
          </a:p>
        </p:txBody>
      </p:sp>
      <p:pic>
        <p:nvPicPr>
          <p:cNvPr id="358" name="Google Shape;358;p42"/>
          <p:cNvPicPr preferRelativeResize="0"/>
          <p:nvPr/>
        </p:nvPicPr>
        <p:blipFill>
          <a:blip r:embed="rId7">
            <a:alphaModFix/>
          </a:blip>
          <a:stretch>
            <a:fillRect/>
          </a:stretch>
        </p:blipFill>
        <p:spPr>
          <a:xfrm>
            <a:off x="6434650" y="5841975"/>
            <a:ext cx="1873250" cy="1143000"/>
          </a:xfrm>
          <a:prstGeom prst="rect">
            <a:avLst/>
          </a:prstGeom>
          <a:noFill/>
          <a:ln>
            <a:noFill/>
          </a:ln>
        </p:spPr>
      </p:pic>
      <p:sp>
        <p:nvSpPr>
          <p:cNvPr id="359" name="Google Shape;359;p42"/>
          <p:cNvSpPr txBox="1"/>
          <p:nvPr/>
        </p:nvSpPr>
        <p:spPr>
          <a:xfrm>
            <a:off x="6536950" y="5893150"/>
            <a:ext cx="1734250" cy="1128619"/>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224B50"/>
                </a:solidFill>
                <a:latin typeface="Arial"/>
                <a:ea typeface="Arial"/>
                <a:cs typeface="Arial"/>
                <a:sym typeface="Arial"/>
              </a:rPr>
              <a:t>Coefficients unique to the image </a:t>
            </a:r>
            <a:endParaRPr sz="2000">
              <a:solidFill>
                <a:srgbClr val="224B50"/>
              </a:solidFill>
              <a:latin typeface="Arial"/>
              <a:ea typeface="Arial"/>
              <a:cs typeface="Arial"/>
              <a:sym typeface="Arial"/>
            </a:endParaRPr>
          </a:p>
        </p:txBody>
      </p:sp>
      <p:pic>
        <p:nvPicPr>
          <p:cNvPr id="360" name="Google Shape;360;p42"/>
          <p:cNvPicPr preferRelativeResize="0"/>
          <p:nvPr/>
        </p:nvPicPr>
        <p:blipFill>
          <a:blip r:embed="rId8">
            <a:alphaModFix/>
          </a:blip>
          <a:stretch>
            <a:fillRect/>
          </a:stretch>
        </p:blipFill>
        <p:spPr>
          <a:xfrm>
            <a:off x="3862900" y="4646075"/>
            <a:ext cx="275150" cy="1206475"/>
          </a:xfrm>
          <a:prstGeom prst="rect">
            <a:avLst/>
          </a:prstGeom>
          <a:noFill/>
          <a:ln>
            <a:noFill/>
          </a:ln>
        </p:spPr>
      </p:pic>
      <p:pic>
        <p:nvPicPr>
          <p:cNvPr id="361" name="Google Shape;361;p42"/>
          <p:cNvPicPr preferRelativeResize="0"/>
          <p:nvPr/>
        </p:nvPicPr>
        <p:blipFill>
          <a:blip r:embed="rId9">
            <a:alphaModFix/>
          </a:blip>
          <a:stretch>
            <a:fillRect/>
          </a:stretch>
        </p:blipFill>
        <p:spPr>
          <a:xfrm>
            <a:off x="6847400" y="4370900"/>
            <a:ext cx="613825" cy="211650"/>
          </a:xfrm>
          <a:prstGeom prst="rect">
            <a:avLst/>
          </a:prstGeom>
          <a:noFill/>
          <a:ln>
            <a:noFill/>
          </a:ln>
        </p:spPr>
      </p:pic>
      <p:pic>
        <p:nvPicPr>
          <p:cNvPr id="362" name="Google Shape;362;p42"/>
          <p:cNvPicPr preferRelativeResize="0"/>
          <p:nvPr/>
        </p:nvPicPr>
        <p:blipFill>
          <a:blip r:embed="rId10">
            <a:alphaModFix/>
          </a:blip>
          <a:stretch>
            <a:fillRect/>
          </a:stretch>
        </p:blipFill>
        <p:spPr>
          <a:xfrm>
            <a:off x="6085400" y="4730725"/>
            <a:ext cx="635000" cy="11324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3"/>
          <p:cNvSpPr txBox="1"/>
          <p:nvPr>
            <p:ph type="title"/>
          </p:nvPr>
        </p:nvSpPr>
        <p:spPr>
          <a:xfrm>
            <a:off x="610300" y="356300"/>
            <a:ext cx="9015575" cy="1243875"/>
          </a:xfrm>
          <a:prstGeom prst="rect">
            <a:avLst/>
          </a:prstGeom>
          <a:noFill/>
          <a:ln>
            <a:noFill/>
          </a:ln>
        </p:spPr>
        <p:txBody>
          <a:bodyPr anchorCtr="0" anchor="ctr" bIns="38100" lIns="38100" spcFirstLastPara="1" rIns="38100" wrap="square" tIns="38100">
            <a:noAutofit/>
          </a:bodyPr>
          <a:lstStyle/>
          <a:p>
            <a:pPr indent="0" lvl="0" marL="0" marR="0" rtl="0" algn="ctr">
              <a:lnSpc>
                <a:spcPct val="119886"/>
              </a:lnSpc>
              <a:spcBef>
                <a:spcPts val="0"/>
              </a:spcBef>
              <a:spcAft>
                <a:spcPts val="0"/>
              </a:spcAft>
              <a:buNone/>
            </a:pPr>
            <a:r>
              <a:rPr lang="en-US" sz="4889">
                <a:solidFill>
                  <a:srgbClr val="000000"/>
                </a:solidFill>
                <a:latin typeface="Arial"/>
                <a:ea typeface="Arial"/>
                <a:cs typeface="Arial"/>
                <a:sym typeface="Arial"/>
              </a:rPr>
              <a:t>Finding Eigenfaces</a:t>
            </a:r>
            <a:endParaRPr sz="4889">
              <a:solidFill>
                <a:srgbClr val="000000"/>
              </a:solidFill>
              <a:latin typeface="Arial"/>
              <a:ea typeface="Arial"/>
              <a:cs typeface="Arial"/>
              <a:sym typeface="Arial"/>
            </a:endParaRPr>
          </a:p>
        </p:txBody>
      </p:sp>
      <p:sp>
        <p:nvSpPr>
          <p:cNvPr id="368" name="Google Shape;368;p43"/>
          <p:cNvSpPr txBox="1"/>
          <p:nvPr/>
        </p:nvSpPr>
        <p:spPr>
          <a:xfrm>
            <a:off x="610300" y="1829150"/>
            <a:ext cx="9015575" cy="5002725"/>
          </a:xfrm>
          <a:prstGeom prst="rect">
            <a:avLst/>
          </a:prstGeom>
          <a:noFill/>
          <a:ln>
            <a:noFill/>
          </a:ln>
        </p:spPr>
        <p:txBody>
          <a:bodyPr anchorCtr="0" anchor="t" bIns="38100" lIns="38100" spcFirstLastPara="1" rIns="38100" wrap="square" tIns="38100">
            <a:noAutofit/>
          </a:bodyPr>
          <a:lstStyle/>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Have to analyze the scatter matrix </a:t>
            </a:r>
            <a:r>
              <a:rPr b="1" lang="en-US" sz="3556">
                <a:solidFill>
                  <a:srgbClr val="000000"/>
                </a:solidFill>
                <a:latin typeface="Arial"/>
                <a:ea typeface="Arial"/>
                <a:cs typeface="Arial"/>
                <a:sym typeface="Arial"/>
              </a:rPr>
              <a:t>C,</a:t>
            </a:r>
            <a:endParaRPr sz="3556">
              <a:solidFill>
                <a:srgbClr val="000000"/>
              </a:solidFill>
              <a:latin typeface="Arial"/>
              <a:ea typeface="Arial"/>
              <a:cs typeface="Arial"/>
              <a:sym typeface="Arial"/>
            </a:endParaRPr>
          </a:p>
        </p:txBody>
      </p:sp>
      <p:pic>
        <p:nvPicPr>
          <p:cNvPr id="369" name="Google Shape;369;p43"/>
          <p:cNvPicPr preferRelativeResize="0"/>
          <p:nvPr/>
        </p:nvPicPr>
        <p:blipFill>
          <a:blip r:embed="rId3">
            <a:alphaModFix/>
          </a:blip>
          <a:stretch>
            <a:fillRect/>
          </a:stretch>
        </p:blipFill>
        <p:spPr>
          <a:xfrm>
            <a:off x="2159000" y="3524250"/>
            <a:ext cx="5122325" cy="1587500"/>
          </a:xfrm>
          <a:prstGeom prst="rect">
            <a:avLst/>
          </a:prstGeom>
          <a:noFill/>
          <a:ln>
            <a:noFill/>
          </a:ln>
        </p:spPr>
      </p:pic>
      <p:pic>
        <p:nvPicPr>
          <p:cNvPr id="370" name="Google Shape;370;p43"/>
          <p:cNvPicPr preferRelativeResize="0"/>
          <p:nvPr/>
        </p:nvPicPr>
        <p:blipFill>
          <a:blip r:embed="rId4">
            <a:alphaModFix/>
          </a:blip>
          <a:stretch>
            <a:fillRect/>
          </a:stretch>
        </p:blipFill>
        <p:spPr>
          <a:xfrm>
            <a:off x="5588000" y="5757325"/>
            <a:ext cx="1862650" cy="455075"/>
          </a:xfrm>
          <a:prstGeom prst="rect">
            <a:avLst/>
          </a:prstGeom>
          <a:noFill/>
          <a:ln>
            <a:noFill/>
          </a:ln>
        </p:spPr>
      </p:pic>
      <p:sp>
        <p:nvSpPr>
          <p:cNvPr id="371" name="Google Shape;371;p43"/>
          <p:cNvSpPr txBox="1"/>
          <p:nvPr/>
        </p:nvSpPr>
        <p:spPr>
          <a:xfrm>
            <a:off x="5690300" y="5808475"/>
            <a:ext cx="1734250" cy="427200"/>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224B50"/>
                </a:solidFill>
                <a:latin typeface="Arial"/>
                <a:ea typeface="Arial"/>
                <a:cs typeface="Arial"/>
                <a:sym typeface="Arial"/>
              </a:rPr>
              <a:t>Mean Image</a:t>
            </a:r>
            <a:endParaRPr sz="2000">
              <a:solidFill>
                <a:srgbClr val="224B50"/>
              </a:solidFill>
              <a:latin typeface="Arial"/>
              <a:ea typeface="Arial"/>
              <a:cs typeface="Arial"/>
              <a:sym typeface="Arial"/>
            </a:endParaRPr>
          </a:p>
        </p:txBody>
      </p:sp>
      <p:pic>
        <p:nvPicPr>
          <p:cNvPr id="372" name="Google Shape;372;p43"/>
          <p:cNvPicPr preferRelativeResize="0"/>
          <p:nvPr/>
        </p:nvPicPr>
        <p:blipFill>
          <a:blip r:embed="rId5">
            <a:alphaModFix/>
          </a:blip>
          <a:stretch>
            <a:fillRect/>
          </a:stretch>
        </p:blipFill>
        <p:spPr>
          <a:xfrm>
            <a:off x="6487575" y="4561400"/>
            <a:ext cx="275150" cy="1206475"/>
          </a:xfrm>
          <a:prstGeom prst="rect">
            <a:avLst/>
          </a:prstGeom>
          <a:noFill/>
          <a:ln>
            <a:noFill/>
          </a:ln>
        </p:spPr>
      </p:pic>
      <p:pic>
        <p:nvPicPr>
          <p:cNvPr id="373" name="Google Shape;373;p43"/>
          <p:cNvPicPr preferRelativeResize="0"/>
          <p:nvPr/>
        </p:nvPicPr>
        <p:blipFill>
          <a:blip r:embed="rId6">
            <a:alphaModFix/>
          </a:blip>
          <a:stretch>
            <a:fillRect/>
          </a:stretch>
        </p:blipFill>
        <p:spPr>
          <a:xfrm>
            <a:off x="5408075" y="4476750"/>
            <a:ext cx="1132400" cy="1301750"/>
          </a:xfrm>
          <a:prstGeom prst="rect">
            <a:avLst/>
          </a:prstGeom>
          <a:noFill/>
          <a:ln>
            <a:noFill/>
          </a:ln>
        </p:spPr>
      </p:pic>
      <p:sp>
        <p:nvSpPr>
          <p:cNvPr id="374" name="Google Shape;374;p43"/>
          <p:cNvSpPr txBox="1"/>
          <p:nvPr/>
        </p:nvSpPr>
        <p:spPr>
          <a:xfrm>
            <a:off x="7891625" y="6993800"/>
            <a:ext cx="1988250" cy="397225"/>
          </a:xfrm>
          <a:prstGeom prst="rect">
            <a:avLst/>
          </a:prstGeom>
          <a:noFill/>
          <a:ln>
            <a:noFill/>
          </a:ln>
        </p:spPr>
        <p:txBody>
          <a:bodyPr anchorCtr="0" anchor="t" bIns="38100" lIns="38100" spcFirstLastPara="1" rIns="38100" wrap="square" tIns="38100">
            <a:noAutofit/>
          </a:bodyPr>
          <a:lstStyle/>
          <a:p>
            <a:pPr indent="0" lvl="0" marL="0" marR="0" rtl="0" algn="l">
              <a:lnSpc>
                <a:spcPct val="120138"/>
              </a:lnSpc>
              <a:spcBef>
                <a:spcPts val="0"/>
              </a:spcBef>
              <a:spcAft>
                <a:spcPts val="0"/>
              </a:spcAft>
              <a:buNone/>
            </a:pPr>
            <a:r>
              <a:rPr i="1" lang="en-US" sz="2000">
                <a:solidFill>
                  <a:srgbClr val="000000"/>
                </a:solidFill>
                <a:latin typeface="Arial"/>
                <a:ea typeface="Arial"/>
                <a:cs typeface="Arial"/>
                <a:sym typeface="Arial"/>
              </a:rPr>
              <a:t>Cont…</a:t>
            </a:r>
            <a:endParaRPr i="1" sz="2000">
              <a:solidFill>
                <a:srgbClr val="000000"/>
              </a:solidFill>
              <a:latin typeface="Arial"/>
              <a:ea typeface="Arial"/>
              <a:cs typeface="Arial"/>
              <a:sym typeface="Arial"/>
            </a:endParaRPr>
          </a:p>
        </p:txBody>
      </p:sp>
      <p:pic>
        <p:nvPicPr>
          <p:cNvPr id="375" name="Google Shape;375;p43"/>
          <p:cNvPicPr preferRelativeResize="0"/>
          <p:nvPr/>
        </p:nvPicPr>
        <p:blipFill>
          <a:blip r:embed="rId7">
            <a:alphaModFix/>
          </a:blip>
          <a:stretch>
            <a:fillRect/>
          </a:stretch>
        </p:blipFill>
        <p:spPr>
          <a:xfrm>
            <a:off x="4741325" y="2794000"/>
            <a:ext cx="1862650" cy="793750"/>
          </a:xfrm>
          <a:prstGeom prst="rect">
            <a:avLst/>
          </a:prstGeom>
          <a:noFill/>
          <a:ln>
            <a:noFill/>
          </a:ln>
        </p:spPr>
      </p:pic>
      <p:sp>
        <p:nvSpPr>
          <p:cNvPr id="376" name="Google Shape;376;p43"/>
          <p:cNvSpPr txBox="1"/>
          <p:nvPr/>
        </p:nvSpPr>
        <p:spPr>
          <a:xfrm>
            <a:off x="4843625" y="2845150"/>
            <a:ext cx="1734250" cy="777813"/>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224B50"/>
                </a:solidFill>
                <a:latin typeface="Arial"/>
                <a:ea typeface="Arial"/>
                <a:cs typeface="Arial"/>
                <a:sym typeface="Arial"/>
              </a:rPr>
              <a:t>Identified Images</a:t>
            </a:r>
            <a:endParaRPr sz="2000">
              <a:solidFill>
                <a:srgbClr val="224B50"/>
              </a:solidFill>
              <a:latin typeface="Arial"/>
              <a:ea typeface="Arial"/>
              <a:cs typeface="Arial"/>
              <a:sym typeface="Arial"/>
            </a:endParaRPr>
          </a:p>
        </p:txBody>
      </p:sp>
      <p:pic>
        <p:nvPicPr>
          <p:cNvPr id="377" name="Google Shape;377;p43"/>
          <p:cNvPicPr preferRelativeResize="0"/>
          <p:nvPr/>
        </p:nvPicPr>
        <p:blipFill>
          <a:blip r:embed="rId8">
            <a:alphaModFix/>
          </a:blip>
          <a:stretch>
            <a:fillRect/>
          </a:stretch>
        </p:blipFill>
        <p:spPr>
          <a:xfrm>
            <a:off x="4646075" y="3556000"/>
            <a:ext cx="1047750" cy="603225"/>
          </a:xfrm>
          <a:prstGeom prst="rect">
            <a:avLst/>
          </a:prstGeom>
          <a:noFill/>
          <a:ln>
            <a:noFill/>
          </a:ln>
        </p:spPr>
      </p:pic>
      <p:pic>
        <p:nvPicPr>
          <p:cNvPr id="378" name="Google Shape;378;p43"/>
          <p:cNvPicPr preferRelativeResize="0"/>
          <p:nvPr/>
        </p:nvPicPr>
        <p:blipFill>
          <a:blip r:embed="rId9">
            <a:alphaModFix/>
          </a:blip>
          <a:stretch>
            <a:fillRect/>
          </a:stretch>
        </p:blipFill>
        <p:spPr>
          <a:xfrm>
            <a:off x="5651500" y="3566575"/>
            <a:ext cx="370400" cy="507975"/>
          </a:xfrm>
          <a:prstGeom prst="rect">
            <a:avLst/>
          </a:prstGeom>
          <a:noFill/>
          <a:ln>
            <a:noFill/>
          </a:ln>
        </p:spPr>
      </p:pic>
      <p:pic>
        <p:nvPicPr>
          <p:cNvPr id="379" name="Google Shape;379;p43"/>
          <p:cNvPicPr preferRelativeResize="0"/>
          <p:nvPr/>
        </p:nvPicPr>
        <p:blipFill>
          <a:blip r:embed="rId10">
            <a:alphaModFix/>
          </a:blip>
          <a:stretch>
            <a:fillRect/>
          </a:stretch>
        </p:blipFill>
        <p:spPr>
          <a:xfrm>
            <a:off x="931325" y="5492750"/>
            <a:ext cx="1873250" cy="1143000"/>
          </a:xfrm>
          <a:prstGeom prst="rect">
            <a:avLst/>
          </a:prstGeom>
          <a:noFill/>
          <a:ln>
            <a:noFill/>
          </a:ln>
        </p:spPr>
      </p:pic>
      <p:sp>
        <p:nvSpPr>
          <p:cNvPr id="380" name="Google Shape;380;p43"/>
          <p:cNvSpPr txBox="1"/>
          <p:nvPr/>
        </p:nvSpPr>
        <p:spPr>
          <a:xfrm>
            <a:off x="1033625" y="5552700"/>
            <a:ext cx="1734250" cy="1128619"/>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224B50"/>
                </a:solidFill>
                <a:latin typeface="Arial"/>
                <a:ea typeface="Arial"/>
                <a:cs typeface="Arial"/>
                <a:sym typeface="Arial"/>
              </a:rPr>
              <a:t>Number of training examples</a:t>
            </a:r>
            <a:endParaRPr sz="2000">
              <a:solidFill>
                <a:srgbClr val="224B50"/>
              </a:solidFill>
              <a:latin typeface="Arial"/>
              <a:ea typeface="Arial"/>
              <a:cs typeface="Arial"/>
              <a:sym typeface="Arial"/>
            </a:endParaRPr>
          </a:p>
        </p:txBody>
      </p:sp>
      <p:pic>
        <p:nvPicPr>
          <p:cNvPr id="381" name="Google Shape;381;p43"/>
          <p:cNvPicPr preferRelativeResize="0"/>
          <p:nvPr/>
        </p:nvPicPr>
        <p:blipFill>
          <a:blip r:embed="rId11">
            <a:alphaModFix/>
          </a:blip>
          <a:stretch>
            <a:fillRect/>
          </a:stretch>
        </p:blipFill>
        <p:spPr>
          <a:xfrm>
            <a:off x="1841500" y="4646075"/>
            <a:ext cx="1471075" cy="8784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4"/>
          <p:cNvSpPr txBox="1"/>
          <p:nvPr>
            <p:ph type="title"/>
          </p:nvPr>
        </p:nvSpPr>
        <p:spPr>
          <a:xfrm>
            <a:off x="610300" y="356300"/>
            <a:ext cx="9015575" cy="1243875"/>
          </a:xfrm>
          <a:prstGeom prst="rect">
            <a:avLst/>
          </a:prstGeom>
          <a:noFill/>
          <a:ln>
            <a:noFill/>
          </a:ln>
        </p:spPr>
        <p:txBody>
          <a:bodyPr anchorCtr="0" anchor="ctr" bIns="38100" lIns="38100" spcFirstLastPara="1" rIns="38100" wrap="square" tIns="38100">
            <a:noAutofit/>
          </a:bodyPr>
          <a:lstStyle/>
          <a:p>
            <a:pPr indent="0" lvl="0" marL="0" marR="0" rtl="0" algn="ctr">
              <a:lnSpc>
                <a:spcPct val="119886"/>
              </a:lnSpc>
              <a:spcBef>
                <a:spcPts val="0"/>
              </a:spcBef>
              <a:spcAft>
                <a:spcPts val="0"/>
              </a:spcAft>
              <a:buNone/>
            </a:pPr>
            <a:r>
              <a:rPr lang="en-US" sz="4889">
                <a:solidFill>
                  <a:srgbClr val="000000"/>
                </a:solidFill>
                <a:latin typeface="Arial"/>
                <a:ea typeface="Arial"/>
                <a:cs typeface="Arial"/>
                <a:sym typeface="Arial"/>
              </a:rPr>
              <a:t>Finding Eigenfaces </a:t>
            </a:r>
            <a:r>
              <a:rPr i="1" lang="en-US" sz="2667">
                <a:solidFill>
                  <a:srgbClr val="000000"/>
                </a:solidFill>
                <a:latin typeface="Arial"/>
                <a:ea typeface="Arial"/>
                <a:cs typeface="Arial"/>
                <a:sym typeface="Arial"/>
              </a:rPr>
              <a:t>cont…</a:t>
            </a:r>
            <a:endParaRPr i="1" sz="2667">
              <a:solidFill>
                <a:srgbClr val="000000"/>
              </a:solidFill>
              <a:latin typeface="Arial"/>
              <a:ea typeface="Arial"/>
              <a:cs typeface="Arial"/>
              <a:sym typeface="Arial"/>
            </a:endParaRPr>
          </a:p>
        </p:txBody>
      </p:sp>
      <p:sp>
        <p:nvSpPr>
          <p:cNvPr id="387" name="Google Shape;387;p44"/>
          <p:cNvSpPr txBox="1"/>
          <p:nvPr/>
        </p:nvSpPr>
        <p:spPr>
          <a:xfrm>
            <a:off x="610300" y="1829150"/>
            <a:ext cx="9015575" cy="5002725"/>
          </a:xfrm>
          <a:prstGeom prst="rect">
            <a:avLst/>
          </a:prstGeom>
          <a:noFill/>
          <a:ln>
            <a:noFill/>
          </a:ln>
        </p:spPr>
        <p:txBody>
          <a:bodyPr anchorCtr="0" anchor="t" bIns="38100" lIns="38100" spcFirstLastPara="1" rIns="38100" wrap="square" tIns="38100">
            <a:noAutofit/>
          </a:bodyPr>
          <a:lstStyle/>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Apply Eigenvalue decomposition;</a:t>
            </a:r>
            <a:endParaRPr sz="3556">
              <a:solidFill>
                <a:srgbClr val="000000"/>
              </a:solidFill>
              <a:latin typeface="Arial"/>
              <a:ea typeface="Arial"/>
              <a:cs typeface="Arial"/>
              <a:sym typeface="Arial"/>
            </a:endParaRPr>
          </a:p>
        </p:txBody>
      </p:sp>
      <p:pic>
        <p:nvPicPr>
          <p:cNvPr id="388" name="Google Shape;388;p44"/>
          <p:cNvPicPr preferRelativeResize="0"/>
          <p:nvPr/>
        </p:nvPicPr>
        <p:blipFill>
          <a:blip r:embed="rId3">
            <a:alphaModFix/>
          </a:blip>
          <a:stretch>
            <a:fillRect/>
          </a:stretch>
        </p:blipFill>
        <p:spPr>
          <a:xfrm>
            <a:off x="2201325" y="2794000"/>
            <a:ext cx="4889500" cy="1608650"/>
          </a:xfrm>
          <a:prstGeom prst="rect">
            <a:avLst/>
          </a:prstGeom>
          <a:noFill/>
          <a:ln>
            <a:noFill/>
          </a:ln>
        </p:spPr>
      </p:pic>
      <p:pic>
        <p:nvPicPr>
          <p:cNvPr id="389" name="Google Shape;389;p44"/>
          <p:cNvPicPr preferRelativeResize="0"/>
          <p:nvPr/>
        </p:nvPicPr>
        <p:blipFill>
          <a:blip r:embed="rId4">
            <a:alphaModFix/>
          </a:blip>
          <a:stretch>
            <a:fillRect/>
          </a:stretch>
        </p:blipFill>
        <p:spPr>
          <a:xfrm>
            <a:off x="6604000" y="4402650"/>
            <a:ext cx="1873250" cy="1143000"/>
          </a:xfrm>
          <a:prstGeom prst="rect">
            <a:avLst/>
          </a:prstGeom>
          <a:noFill/>
          <a:ln>
            <a:noFill/>
          </a:ln>
        </p:spPr>
      </p:pic>
      <p:sp>
        <p:nvSpPr>
          <p:cNvPr id="390" name="Google Shape;390;p44"/>
          <p:cNvSpPr txBox="1"/>
          <p:nvPr/>
        </p:nvSpPr>
        <p:spPr>
          <a:xfrm>
            <a:off x="6706300" y="4453800"/>
            <a:ext cx="1734250" cy="1128619"/>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224B50"/>
                </a:solidFill>
                <a:latin typeface="Arial"/>
                <a:ea typeface="Arial"/>
                <a:cs typeface="Arial"/>
                <a:sym typeface="Arial"/>
              </a:rPr>
              <a:t>Eigenvectors called as </a:t>
            </a:r>
            <a:r>
              <a:rPr b="1" i="1" lang="en-US" sz="2000">
                <a:solidFill>
                  <a:srgbClr val="224B50"/>
                </a:solidFill>
                <a:latin typeface="Arial"/>
                <a:ea typeface="Arial"/>
                <a:cs typeface="Arial"/>
                <a:sym typeface="Arial"/>
              </a:rPr>
              <a:t>‘Eigenfaces’</a:t>
            </a:r>
            <a:endParaRPr b="1" i="1" sz="2000">
              <a:solidFill>
                <a:srgbClr val="224B50"/>
              </a:solidFill>
              <a:latin typeface="Arial"/>
              <a:ea typeface="Arial"/>
              <a:cs typeface="Arial"/>
              <a:sym typeface="Arial"/>
            </a:endParaRPr>
          </a:p>
        </p:txBody>
      </p:sp>
      <p:pic>
        <p:nvPicPr>
          <p:cNvPr id="391" name="Google Shape;391;p44"/>
          <p:cNvPicPr preferRelativeResize="0"/>
          <p:nvPr/>
        </p:nvPicPr>
        <p:blipFill>
          <a:blip r:embed="rId5">
            <a:alphaModFix/>
          </a:blip>
          <a:stretch>
            <a:fillRect/>
          </a:stretch>
        </p:blipFill>
        <p:spPr>
          <a:xfrm>
            <a:off x="6424075" y="3799400"/>
            <a:ext cx="1132400" cy="634975"/>
          </a:xfrm>
          <a:prstGeom prst="rect">
            <a:avLst/>
          </a:prstGeom>
          <a:noFill/>
          <a:ln>
            <a:noFill/>
          </a:ln>
        </p:spPr>
      </p:pic>
      <p:pic>
        <p:nvPicPr>
          <p:cNvPr id="392" name="Google Shape;392;p44"/>
          <p:cNvPicPr preferRelativeResize="0"/>
          <p:nvPr/>
        </p:nvPicPr>
        <p:blipFill>
          <a:blip r:embed="rId6">
            <a:alphaModFix/>
          </a:blip>
          <a:stretch>
            <a:fillRect/>
          </a:stretch>
        </p:blipFill>
        <p:spPr>
          <a:xfrm>
            <a:off x="4572000" y="4910650"/>
            <a:ext cx="1862650" cy="455075"/>
          </a:xfrm>
          <a:prstGeom prst="rect">
            <a:avLst/>
          </a:prstGeom>
          <a:noFill/>
          <a:ln>
            <a:noFill/>
          </a:ln>
        </p:spPr>
      </p:pic>
      <p:sp>
        <p:nvSpPr>
          <p:cNvPr id="393" name="Google Shape;393;p44"/>
          <p:cNvSpPr txBox="1"/>
          <p:nvPr/>
        </p:nvSpPr>
        <p:spPr>
          <a:xfrm>
            <a:off x="4674300" y="4961800"/>
            <a:ext cx="1734250" cy="427200"/>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224B50"/>
                </a:solidFill>
                <a:latin typeface="Arial"/>
                <a:ea typeface="Arial"/>
                <a:cs typeface="Arial"/>
                <a:sym typeface="Arial"/>
              </a:rPr>
              <a:t>Eigenvalues</a:t>
            </a:r>
            <a:endParaRPr sz="2000">
              <a:solidFill>
                <a:srgbClr val="224B50"/>
              </a:solidFill>
              <a:latin typeface="Arial"/>
              <a:ea typeface="Arial"/>
              <a:cs typeface="Arial"/>
              <a:sym typeface="Arial"/>
            </a:endParaRPr>
          </a:p>
        </p:txBody>
      </p:sp>
      <p:pic>
        <p:nvPicPr>
          <p:cNvPr id="394" name="Google Shape;394;p44"/>
          <p:cNvPicPr preferRelativeResize="0"/>
          <p:nvPr/>
        </p:nvPicPr>
        <p:blipFill>
          <a:blip r:embed="rId7">
            <a:alphaModFix/>
          </a:blip>
          <a:stretch>
            <a:fillRect/>
          </a:stretch>
        </p:blipFill>
        <p:spPr>
          <a:xfrm>
            <a:off x="5471575" y="3714750"/>
            <a:ext cx="349250" cy="1206475"/>
          </a:xfrm>
          <a:prstGeom prst="rect">
            <a:avLst/>
          </a:prstGeom>
          <a:noFill/>
          <a:ln>
            <a:noFill/>
          </a:ln>
        </p:spPr>
      </p:pic>
      <p:pic>
        <p:nvPicPr>
          <p:cNvPr id="395" name="Google Shape;395;p44"/>
          <p:cNvPicPr preferRelativeResize="0"/>
          <p:nvPr/>
        </p:nvPicPr>
        <p:blipFill>
          <a:blip r:embed="rId8">
            <a:alphaModFix/>
          </a:blip>
          <a:stretch>
            <a:fillRect/>
          </a:stretch>
        </p:blipFill>
        <p:spPr>
          <a:xfrm>
            <a:off x="1270000" y="4656650"/>
            <a:ext cx="1862650" cy="455075"/>
          </a:xfrm>
          <a:prstGeom prst="rect">
            <a:avLst/>
          </a:prstGeom>
          <a:noFill/>
          <a:ln>
            <a:noFill/>
          </a:ln>
        </p:spPr>
      </p:pic>
      <p:sp>
        <p:nvSpPr>
          <p:cNvPr id="396" name="Google Shape;396;p44"/>
          <p:cNvSpPr txBox="1"/>
          <p:nvPr/>
        </p:nvSpPr>
        <p:spPr>
          <a:xfrm>
            <a:off x="1372300" y="4707800"/>
            <a:ext cx="1734250" cy="427200"/>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224B50"/>
                </a:solidFill>
                <a:latin typeface="Arial"/>
                <a:ea typeface="Arial"/>
                <a:cs typeface="Arial"/>
                <a:sym typeface="Arial"/>
              </a:rPr>
              <a:t>Scatter matrix</a:t>
            </a:r>
            <a:endParaRPr sz="2000">
              <a:solidFill>
                <a:srgbClr val="224B50"/>
              </a:solidFill>
              <a:latin typeface="Arial"/>
              <a:ea typeface="Arial"/>
              <a:cs typeface="Arial"/>
              <a:sym typeface="Arial"/>
            </a:endParaRPr>
          </a:p>
        </p:txBody>
      </p:sp>
      <p:pic>
        <p:nvPicPr>
          <p:cNvPr id="397" name="Google Shape;397;p44"/>
          <p:cNvPicPr preferRelativeResize="0"/>
          <p:nvPr/>
        </p:nvPicPr>
        <p:blipFill>
          <a:blip r:embed="rId9">
            <a:alphaModFix/>
          </a:blip>
          <a:stretch>
            <a:fillRect/>
          </a:stretch>
        </p:blipFill>
        <p:spPr>
          <a:xfrm>
            <a:off x="2169575" y="3799400"/>
            <a:ext cx="264575" cy="8678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5"/>
          <p:cNvSpPr txBox="1"/>
          <p:nvPr>
            <p:ph type="title"/>
          </p:nvPr>
        </p:nvSpPr>
        <p:spPr>
          <a:xfrm>
            <a:off x="610300" y="356300"/>
            <a:ext cx="9015575" cy="1243875"/>
          </a:xfrm>
          <a:prstGeom prst="rect">
            <a:avLst/>
          </a:prstGeom>
          <a:noFill/>
          <a:ln>
            <a:noFill/>
          </a:ln>
        </p:spPr>
        <p:txBody>
          <a:bodyPr anchorCtr="0" anchor="ctr" bIns="38100" lIns="38100" spcFirstLastPara="1" rIns="38100" wrap="square" tIns="38100">
            <a:noAutofit/>
          </a:bodyPr>
          <a:lstStyle/>
          <a:p>
            <a:pPr indent="0" lvl="0" marL="0" marR="0" rtl="0" algn="ctr">
              <a:lnSpc>
                <a:spcPct val="119886"/>
              </a:lnSpc>
              <a:spcBef>
                <a:spcPts val="0"/>
              </a:spcBef>
              <a:spcAft>
                <a:spcPts val="0"/>
              </a:spcAft>
              <a:buNone/>
            </a:pPr>
            <a:r>
              <a:rPr lang="en-US" sz="4889">
                <a:solidFill>
                  <a:srgbClr val="000000"/>
                </a:solidFill>
                <a:latin typeface="Arial"/>
                <a:ea typeface="Arial"/>
                <a:cs typeface="Arial"/>
                <a:sym typeface="Arial"/>
              </a:rPr>
              <a:t>Identification</a:t>
            </a:r>
            <a:endParaRPr sz="4889">
              <a:solidFill>
                <a:srgbClr val="000000"/>
              </a:solidFill>
              <a:latin typeface="Arial"/>
              <a:ea typeface="Arial"/>
              <a:cs typeface="Arial"/>
              <a:sym typeface="Arial"/>
            </a:endParaRPr>
          </a:p>
        </p:txBody>
      </p:sp>
      <p:sp>
        <p:nvSpPr>
          <p:cNvPr id="403" name="Google Shape;403;p45"/>
          <p:cNvSpPr txBox="1"/>
          <p:nvPr/>
        </p:nvSpPr>
        <p:spPr>
          <a:xfrm>
            <a:off x="610300" y="1829150"/>
            <a:ext cx="9015575" cy="5002725"/>
          </a:xfrm>
          <a:prstGeom prst="rect">
            <a:avLst/>
          </a:prstGeom>
          <a:noFill/>
          <a:ln>
            <a:noFill/>
          </a:ln>
        </p:spPr>
        <p:txBody>
          <a:bodyPr anchorCtr="0" anchor="t" bIns="38100" lIns="38100" spcFirstLastPara="1" rIns="38100" wrap="square" tIns="38100">
            <a:noAutofit/>
          </a:bodyPr>
          <a:lstStyle/>
          <a:p>
            <a:pPr indent="-276578" lvl="0" marL="381000" marR="0" rtl="0" algn="l">
              <a:lnSpc>
                <a:spcPct val="119921"/>
              </a:lnSpc>
              <a:spcBef>
                <a:spcPts val="0"/>
              </a:spcBef>
              <a:spcAft>
                <a:spcPts val="0"/>
              </a:spcAft>
              <a:buClr>
                <a:srgbClr val="000000"/>
              </a:buClr>
              <a:buSzPts val="3556"/>
              <a:buChar char="●"/>
            </a:pPr>
            <a:r>
              <a:rPr lang="en-US" sz="3556">
                <a:solidFill>
                  <a:srgbClr val="000000"/>
                </a:solidFill>
                <a:latin typeface="Arial"/>
                <a:ea typeface="Arial"/>
                <a:cs typeface="Arial"/>
                <a:sym typeface="Arial"/>
              </a:rPr>
              <a:t>Finding the coefficients unique to the frontal image of the elephant;</a:t>
            </a:r>
            <a:endParaRPr sz="3556">
              <a:solidFill>
                <a:srgbClr val="000000"/>
              </a:solidFill>
              <a:latin typeface="Arial"/>
              <a:ea typeface="Arial"/>
              <a:cs typeface="Arial"/>
              <a:sym typeface="Arial"/>
            </a:endParaRPr>
          </a:p>
        </p:txBody>
      </p:sp>
      <p:pic>
        <p:nvPicPr>
          <p:cNvPr id="404" name="Google Shape;404;p45"/>
          <p:cNvPicPr preferRelativeResize="0"/>
          <p:nvPr/>
        </p:nvPicPr>
        <p:blipFill>
          <a:blip r:embed="rId3">
            <a:alphaModFix/>
          </a:blip>
          <a:stretch>
            <a:fillRect/>
          </a:stretch>
        </p:blipFill>
        <p:spPr>
          <a:xfrm>
            <a:off x="2794000" y="4402650"/>
            <a:ext cx="3640650" cy="656150"/>
          </a:xfrm>
          <a:prstGeom prst="rect">
            <a:avLst/>
          </a:prstGeom>
          <a:noFill/>
          <a:ln>
            <a:noFill/>
          </a:ln>
        </p:spPr>
      </p:pic>
      <p:pic>
        <p:nvPicPr>
          <p:cNvPr id="405" name="Google Shape;405;p45"/>
          <p:cNvPicPr preferRelativeResize="0"/>
          <p:nvPr/>
        </p:nvPicPr>
        <p:blipFill>
          <a:blip r:embed="rId4">
            <a:alphaModFix/>
          </a:blip>
          <a:stretch>
            <a:fillRect/>
          </a:stretch>
        </p:blipFill>
        <p:spPr>
          <a:xfrm>
            <a:off x="508000" y="3132650"/>
            <a:ext cx="1862650" cy="804325"/>
          </a:xfrm>
          <a:prstGeom prst="rect">
            <a:avLst/>
          </a:prstGeom>
          <a:noFill/>
          <a:ln>
            <a:noFill/>
          </a:ln>
        </p:spPr>
      </p:pic>
      <p:sp>
        <p:nvSpPr>
          <p:cNvPr id="406" name="Google Shape;406;p45"/>
          <p:cNvSpPr txBox="1"/>
          <p:nvPr/>
        </p:nvSpPr>
        <p:spPr>
          <a:xfrm>
            <a:off x="610300" y="3185575"/>
            <a:ext cx="1734250" cy="777813"/>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224B50"/>
                </a:solidFill>
                <a:latin typeface="Arial"/>
                <a:ea typeface="Arial"/>
                <a:cs typeface="Arial"/>
                <a:sym typeface="Arial"/>
              </a:rPr>
              <a:t>Unique coefficients</a:t>
            </a:r>
            <a:endParaRPr sz="2000">
              <a:solidFill>
                <a:srgbClr val="224B50"/>
              </a:solidFill>
              <a:latin typeface="Arial"/>
              <a:ea typeface="Arial"/>
              <a:cs typeface="Arial"/>
              <a:sym typeface="Arial"/>
            </a:endParaRPr>
          </a:p>
        </p:txBody>
      </p:sp>
      <p:pic>
        <p:nvPicPr>
          <p:cNvPr id="407" name="Google Shape;407;p45"/>
          <p:cNvPicPr preferRelativeResize="0"/>
          <p:nvPr/>
        </p:nvPicPr>
        <p:blipFill>
          <a:blip r:embed="rId5">
            <a:alphaModFix/>
          </a:blip>
          <a:stretch>
            <a:fillRect/>
          </a:stretch>
        </p:blipFill>
        <p:spPr>
          <a:xfrm>
            <a:off x="2264825" y="3873475"/>
            <a:ext cx="539750" cy="867825"/>
          </a:xfrm>
          <a:prstGeom prst="rect">
            <a:avLst/>
          </a:prstGeom>
          <a:noFill/>
          <a:ln>
            <a:noFill/>
          </a:ln>
        </p:spPr>
      </p:pic>
      <p:pic>
        <p:nvPicPr>
          <p:cNvPr id="408" name="Google Shape;408;p45"/>
          <p:cNvPicPr preferRelativeResize="0"/>
          <p:nvPr/>
        </p:nvPicPr>
        <p:blipFill>
          <a:blip r:embed="rId6">
            <a:alphaModFix/>
          </a:blip>
          <a:stretch>
            <a:fillRect/>
          </a:stretch>
        </p:blipFill>
        <p:spPr>
          <a:xfrm>
            <a:off x="7789325" y="4487325"/>
            <a:ext cx="1862650" cy="455075"/>
          </a:xfrm>
          <a:prstGeom prst="rect">
            <a:avLst/>
          </a:prstGeom>
          <a:noFill/>
          <a:ln>
            <a:noFill/>
          </a:ln>
        </p:spPr>
      </p:pic>
      <p:sp>
        <p:nvSpPr>
          <p:cNvPr id="409" name="Google Shape;409;p45"/>
          <p:cNvSpPr txBox="1"/>
          <p:nvPr/>
        </p:nvSpPr>
        <p:spPr>
          <a:xfrm>
            <a:off x="7891625" y="4540225"/>
            <a:ext cx="1734250" cy="427200"/>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b="1" i="1" lang="en-US" sz="2000">
                <a:solidFill>
                  <a:srgbClr val="224B50"/>
                </a:solidFill>
                <a:latin typeface="Arial"/>
                <a:ea typeface="Arial"/>
                <a:cs typeface="Arial"/>
                <a:sym typeface="Arial"/>
              </a:rPr>
              <a:t>Eigenfaces</a:t>
            </a:r>
            <a:endParaRPr b="1" i="1" sz="2000">
              <a:solidFill>
                <a:srgbClr val="224B50"/>
              </a:solidFill>
              <a:latin typeface="Arial"/>
              <a:ea typeface="Arial"/>
              <a:cs typeface="Arial"/>
              <a:sym typeface="Arial"/>
            </a:endParaRPr>
          </a:p>
        </p:txBody>
      </p:sp>
      <p:pic>
        <p:nvPicPr>
          <p:cNvPr id="410" name="Google Shape;410;p45"/>
          <p:cNvPicPr preferRelativeResize="0"/>
          <p:nvPr/>
        </p:nvPicPr>
        <p:blipFill>
          <a:blip r:embed="rId7">
            <a:alphaModFix/>
          </a:blip>
          <a:stretch>
            <a:fillRect/>
          </a:stretch>
        </p:blipFill>
        <p:spPr>
          <a:xfrm>
            <a:off x="6424075" y="4624900"/>
            <a:ext cx="1375825" cy="201075"/>
          </a:xfrm>
          <a:prstGeom prst="rect">
            <a:avLst/>
          </a:prstGeom>
          <a:noFill/>
          <a:ln>
            <a:noFill/>
          </a:ln>
        </p:spPr>
      </p:pic>
      <p:pic>
        <p:nvPicPr>
          <p:cNvPr id="411" name="Google Shape;411;p45"/>
          <p:cNvPicPr preferRelativeResize="0"/>
          <p:nvPr/>
        </p:nvPicPr>
        <p:blipFill>
          <a:blip r:embed="rId8">
            <a:alphaModFix/>
          </a:blip>
          <a:stretch>
            <a:fillRect/>
          </a:stretch>
        </p:blipFill>
        <p:spPr>
          <a:xfrm>
            <a:off x="4402650" y="6096000"/>
            <a:ext cx="1862650" cy="455075"/>
          </a:xfrm>
          <a:prstGeom prst="rect">
            <a:avLst/>
          </a:prstGeom>
          <a:noFill/>
          <a:ln>
            <a:noFill/>
          </a:ln>
        </p:spPr>
      </p:pic>
      <p:sp>
        <p:nvSpPr>
          <p:cNvPr id="412" name="Google Shape;412;p45"/>
          <p:cNvSpPr txBox="1"/>
          <p:nvPr/>
        </p:nvSpPr>
        <p:spPr>
          <a:xfrm>
            <a:off x="4504950" y="6147150"/>
            <a:ext cx="1734250" cy="427200"/>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224B50"/>
                </a:solidFill>
                <a:latin typeface="Arial"/>
                <a:ea typeface="Arial"/>
                <a:cs typeface="Arial"/>
                <a:sym typeface="Arial"/>
              </a:rPr>
              <a:t>Mean Image</a:t>
            </a:r>
            <a:endParaRPr sz="2000">
              <a:solidFill>
                <a:srgbClr val="224B50"/>
              </a:solidFill>
              <a:latin typeface="Arial"/>
              <a:ea typeface="Arial"/>
              <a:cs typeface="Arial"/>
              <a:sym typeface="Arial"/>
            </a:endParaRPr>
          </a:p>
        </p:txBody>
      </p:sp>
      <p:pic>
        <p:nvPicPr>
          <p:cNvPr id="413" name="Google Shape;413;p45"/>
          <p:cNvPicPr preferRelativeResize="0"/>
          <p:nvPr/>
        </p:nvPicPr>
        <p:blipFill>
          <a:blip r:embed="rId9">
            <a:alphaModFix/>
          </a:blip>
          <a:stretch>
            <a:fillRect/>
          </a:stretch>
        </p:blipFill>
        <p:spPr>
          <a:xfrm>
            <a:off x="5228150" y="4815400"/>
            <a:ext cx="211650" cy="1291150"/>
          </a:xfrm>
          <a:prstGeom prst="rect">
            <a:avLst/>
          </a:prstGeom>
          <a:noFill/>
          <a:ln>
            <a:noFill/>
          </a:ln>
        </p:spPr>
      </p:pic>
      <p:pic>
        <p:nvPicPr>
          <p:cNvPr id="414" name="Google Shape;414;p45"/>
          <p:cNvPicPr preferRelativeResize="0"/>
          <p:nvPr/>
        </p:nvPicPr>
        <p:blipFill>
          <a:blip r:embed="rId10">
            <a:alphaModFix/>
          </a:blip>
          <a:stretch>
            <a:fillRect/>
          </a:stretch>
        </p:blipFill>
        <p:spPr>
          <a:xfrm>
            <a:off x="3386650" y="2868075"/>
            <a:ext cx="1873250" cy="1143000"/>
          </a:xfrm>
          <a:prstGeom prst="rect">
            <a:avLst/>
          </a:prstGeom>
          <a:noFill/>
          <a:ln>
            <a:noFill/>
          </a:ln>
        </p:spPr>
      </p:pic>
      <p:sp>
        <p:nvSpPr>
          <p:cNvPr id="415" name="Google Shape;415;p45"/>
          <p:cNvSpPr txBox="1"/>
          <p:nvPr/>
        </p:nvSpPr>
        <p:spPr>
          <a:xfrm>
            <a:off x="3488950" y="2928050"/>
            <a:ext cx="1734250" cy="1128619"/>
          </a:xfrm>
          <a:prstGeom prst="rect">
            <a:avLst/>
          </a:prstGeom>
          <a:noFill/>
          <a:ln>
            <a:noFill/>
          </a:ln>
        </p:spPr>
        <p:txBody>
          <a:bodyPr anchorCtr="0" anchor="ctr" bIns="38100" lIns="38100" spcFirstLastPara="1" rIns="38100" wrap="square" tIns="38100">
            <a:noAutofit/>
          </a:bodyPr>
          <a:lstStyle/>
          <a:p>
            <a:pPr indent="0" lvl="0" marL="0" marR="0" rtl="0" algn="ctr">
              <a:lnSpc>
                <a:spcPct val="120138"/>
              </a:lnSpc>
              <a:spcBef>
                <a:spcPts val="0"/>
              </a:spcBef>
              <a:spcAft>
                <a:spcPts val="0"/>
              </a:spcAft>
              <a:buNone/>
            </a:pPr>
            <a:r>
              <a:rPr lang="en-US" sz="2000">
                <a:solidFill>
                  <a:srgbClr val="224B50"/>
                </a:solidFill>
                <a:latin typeface="Arial"/>
                <a:ea typeface="Arial"/>
                <a:cs typeface="Arial"/>
                <a:sym typeface="Arial"/>
              </a:rPr>
              <a:t>Elephant image of interest</a:t>
            </a:r>
            <a:endParaRPr sz="2000">
              <a:solidFill>
                <a:srgbClr val="224B50"/>
              </a:solidFill>
              <a:latin typeface="Arial"/>
              <a:ea typeface="Arial"/>
              <a:cs typeface="Arial"/>
              <a:sym typeface="Arial"/>
            </a:endParaRPr>
          </a:p>
        </p:txBody>
      </p:sp>
      <p:pic>
        <p:nvPicPr>
          <p:cNvPr id="416" name="Google Shape;416;p45"/>
          <p:cNvPicPr preferRelativeResize="0"/>
          <p:nvPr/>
        </p:nvPicPr>
        <p:blipFill>
          <a:blip r:embed="rId11">
            <a:alphaModFix/>
          </a:blip>
          <a:stretch>
            <a:fillRect/>
          </a:stretch>
        </p:blipFill>
        <p:spPr>
          <a:xfrm>
            <a:off x="4212150" y="4000500"/>
            <a:ext cx="211650" cy="497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ustom">
  <a:themeElements>
    <a:clrScheme name="blank">
      <a:dk1>
        <a:srgbClr val="000000"/>
      </a:dk1>
      <a:lt1>
        <a:srgbClr val="FFFFFF"/>
      </a:lt1>
      <a:dk2>
        <a:srgbClr val="073763"/>
      </a:dk2>
      <a:lt2>
        <a:srgbClr val="CFE2F3"/>
      </a:lt2>
      <a:accent1>
        <a:srgbClr val="404040"/>
      </a:accent1>
      <a:accent2>
        <a:srgbClr val="808080"/>
      </a:accent2>
      <a:accent3>
        <a:srgbClr val="C0C0C0"/>
      </a:accent3>
      <a:accent4>
        <a:srgbClr val="396187"/>
      </a:accent4>
      <a:accent5>
        <a:srgbClr val="6B8CAB"/>
      </a:accent5>
      <a:accent6>
        <a:srgbClr val="9DB7CF"/>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